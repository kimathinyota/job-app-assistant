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3B82F6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>
        <p:scale>
          <a:sx n="78" d="100"/>
          <a:sy n="78" d="100"/>
        </p:scale>
        <p:origin x="119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89CF-E930-846A-3514-AF034CF41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399CB-2025-830E-EB6F-9DB30D807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07F08-592B-9E9B-34CA-629C3294E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1C4FF-91EC-B2F2-9889-5EE4D46E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9AFB1-5302-F378-9FD8-24331BA0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7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F094-0DE8-4D6E-9405-9A7EB81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67247-47A8-6CD8-C292-2F7766EE9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DED20-5CA2-6E68-52A4-3FD0DBBD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280D9-3C9A-FA72-28FD-F133D3AA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E8125-8E1E-F6CA-F217-3DD52BC4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7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65A1-AA91-3CBB-09DE-86461516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10BAE-22FF-555E-1E64-068A5422D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D0A91-7DF5-6C7C-255C-53F7ECAF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6B62F-3AE9-DB7E-3AB0-DF510E9A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56CE0-328E-94DC-9D9F-5A4C321A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9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48B6-4A78-5A2E-A9A0-8172E6AF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E6CBB-ADFE-6F9A-B34C-0E9339EBA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0EB29-3853-F878-F0C3-1851B201E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5417B-B09A-65B8-E34D-79C8DC43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3F2A1-B6D9-8AC3-A24E-133DC323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23AE8-793D-AEE6-AAEA-6DB0984C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77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56329-C54E-93B6-B7AC-68443212E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9EA49-F071-5111-5FEB-7C8529FE1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BC028-B0EB-8BD7-FD9E-52933DB1B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42D06-893F-43CE-AF3A-31EC97179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64901-BDB9-051C-F6D0-68A07A4EB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E12D9-E2EC-1AD8-367E-061E3C95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BF036-7F52-1DC4-0A50-13A08B57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9EE58D-99AC-74E1-FA76-C3EF507B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2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D3F6-85DB-8A77-00C0-1EAF6A52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28196-DEAA-13F9-4A9E-4414CCF5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5AA9D-A991-3C69-6B49-8D694BD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92325-64A0-0A0C-2B00-EDAEFD40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0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7B317-3C20-B9F4-639C-930629234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310BF-E3D5-EAC6-1E83-3E898288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DDA04-A514-8E75-BA33-F160EA1E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8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A18D-9B1E-777C-8409-18E23911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C625A-C770-AEE0-4F5B-DD8DE8D15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B97E9-2AA5-8F82-1CC0-3695FE4C4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E989F-5A2F-82CD-5648-AC5CD3F1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70B71-3A1E-4C29-8493-53ACC072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BCF31-444D-2A39-53C9-9AB94FA8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24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8CB-AF39-BE57-9A3A-633B4107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6CB30-8207-EC5F-54EC-DB764CB4F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8A49F-C251-0697-B0C4-011E96FDD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4CDA6-7C68-4183-3DFC-958F0E86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B8535-E00A-8BCA-021B-A28188C6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97E4A-22FF-F91C-A020-4A18902F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9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B709-7ACE-0DE9-93EE-70E103B3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22F89-CC5F-5C4E-F9C8-42BF2D3FE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6A3A3-573B-20EB-EB7F-11633474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2AF96-61F9-1823-D02D-7A30F90B4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0F39F-A353-54B8-E956-97BAB8C9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9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0FE3E-6091-E593-26F6-FD9977EE25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D1CB7-E15A-45A8-572E-0E9A3F548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93CD-693B-FE4C-8513-01B39C9F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023B6-C48F-CAF2-EE1F-9088E1BD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C3C5E-CB3E-BA29-6B25-22454943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8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85D175-A76E-5783-652F-5872B0BD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180B7-ED1D-7333-1112-8765CBBB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8C257-B17F-A852-813B-3039E1A76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86D02-8F5B-A24B-9611-0075C2D8645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BDCD9-9214-87EF-D6B2-0C9D3D4A7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28B3A-CAA0-0231-2145-C2EE6F4DC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66C5C-91EC-744C-AD3B-88BB4E44F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0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2D94-C05F-2B90-95B0-182AA66FE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3E0E6-86B9-D17B-357C-B5EDC262AF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8F294-EA61-D183-DB2F-1F1180A638FF}"/>
              </a:ext>
            </a:extLst>
          </p:cNvPr>
          <p:cNvSpPr txBox="1"/>
          <p:nvPr/>
        </p:nvSpPr>
        <p:spPr>
          <a:xfrm>
            <a:off x="3048918" y="324708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Vercel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22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EC22-8A55-7E31-7662-F53A1633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F9591F-C2F9-F6BB-2E76-EAABC64F9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7598" y1="36035" x2="42383" y2="36230"/>
                        <a14:foregroundMark x1="53320" y1="37793" x2="53320" y2="45215"/>
                        <a14:foregroundMark x1="45020" y1="51367" x2="47656" y2="50391"/>
                        <a14:foregroundMark x1="46680" y1="59863" x2="51660" y2="66016"/>
                        <a14:foregroundMark x1="66504" y1="64355" x2="71777" y2="66211"/>
                        <a14:foregroundMark x1="67285" y1="32520" x2="70508" y2="33105"/>
                        <a14:foregroundMark x1="57715" y1="31738" x2="59961" y2="328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7464" y="-134305"/>
            <a:ext cx="7126610" cy="7126610"/>
          </a:xfrm>
        </p:spPr>
      </p:pic>
    </p:spTree>
    <p:extLst>
      <p:ext uri="{BB962C8B-B14F-4D97-AF65-F5344CB8AC3E}">
        <p14:creationId xmlns:p14="http://schemas.microsoft.com/office/powerpoint/2010/main" val="24130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E26D-10D7-B5D1-CA4F-4217483D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68CC3-A170-4B87-EB0C-86047BAF7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A87F079-DF2C-4045-DF4F-C81F7E878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7598" y1="36035" x2="42383" y2="36230"/>
                        <a14:foregroundMark x1="53320" y1="37793" x2="53320" y2="45215"/>
                        <a14:foregroundMark x1="45020" y1="51367" x2="47656" y2="50391"/>
                        <a14:foregroundMark x1="46680" y1="59863" x2="51660" y2="66016"/>
                        <a14:foregroundMark x1="66504" y1="64355" x2="71777" y2="66211"/>
                        <a14:foregroundMark x1="67285" y1="32520" x2="70508" y2="33105"/>
                        <a14:foregroundMark x1="57715" y1="31738" x2="59961" y2="328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80140" y="-1627373"/>
            <a:ext cx="11297057" cy="1129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1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4B84982-260F-AF66-84C9-891E3B05D230}"/>
              </a:ext>
            </a:extLst>
          </p:cNvPr>
          <p:cNvGrpSpPr/>
          <p:nvPr/>
        </p:nvGrpSpPr>
        <p:grpSpPr>
          <a:xfrm>
            <a:off x="2696990" y="1005378"/>
            <a:ext cx="5148767" cy="4467368"/>
            <a:chOff x="4328825" y="1050314"/>
            <a:chExt cx="5148767" cy="4467368"/>
          </a:xfrm>
          <a:solidFill>
            <a:srgbClr val="3B82F6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E547C5-5E2E-BD8E-B36B-6C0F4B6CB52F}"/>
                </a:ext>
              </a:extLst>
            </p:cNvPr>
            <p:cNvGrpSpPr/>
            <p:nvPr/>
          </p:nvGrpSpPr>
          <p:grpSpPr>
            <a:xfrm>
              <a:off x="5512480" y="2572409"/>
              <a:ext cx="1293815" cy="1262435"/>
              <a:chOff x="5512480" y="2572409"/>
              <a:chExt cx="1293815" cy="1262435"/>
            </a:xfrm>
            <a:grpFill/>
          </p:grpSpPr>
          <p:sp>
            <p:nvSpPr>
              <p:cNvPr id="15" name="Right Triangle 14">
                <a:extLst>
                  <a:ext uri="{FF2B5EF4-FFF2-40B4-BE49-F238E27FC236}">
                    <a16:creationId xmlns:a16="http://schemas.microsoft.com/office/drawing/2014/main" id="{31637CD9-CB21-27D1-E959-7990261C8260}"/>
                  </a:ext>
                </a:extLst>
              </p:cNvPr>
              <p:cNvSpPr/>
              <p:nvPr/>
            </p:nvSpPr>
            <p:spPr>
              <a:xfrm rot="16200000">
                <a:off x="6541224" y="2459593"/>
                <a:ext cx="152256" cy="377887"/>
              </a:xfrm>
              <a:custGeom>
                <a:avLst/>
                <a:gdLst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908270 w 908270"/>
                  <a:gd name="connsiteY2" fmla="*/ 1029811 h 1029811"/>
                  <a:gd name="connsiteX3" fmla="*/ 0 w 908270"/>
                  <a:gd name="connsiteY3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908270 w 908270"/>
                  <a:gd name="connsiteY3" fmla="*/ 1029811 h 1029811"/>
                  <a:gd name="connsiteX4" fmla="*/ 0 w 908270"/>
                  <a:gd name="connsiteY4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581838 w 908270"/>
                  <a:gd name="connsiteY3" fmla="*/ 87697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9998 w 908270"/>
                  <a:gd name="connsiteY2" fmla="*/ 663907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19694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45972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9695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7 w 908270"/>
                  <a:gd name="connsiteY2" fmla="*/ 237779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2345 w 908270"/>
                  <a:gd name="connsiteY2" fmla="*/ 388700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46329 w 908270"/>
                  <a:gd name="connsiteY3" fmla="*/ 805950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28573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466429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15333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617350 w 908270"/>
                  <a:gd name="connsiteY3" fmla="*/ 69054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12944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74935 w 908270"/>
                  <a:gd name="connsiteY3" fmla="*/ 4921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3954 w 908270"/>
                  <a:gd name="connsiteY4" fmla="*/ 8480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7266 w 908270"/>
                  <a:gd name="connsiteY4" fmla="*/ 8353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8270" h="1083624">
                    <a:moveTo>
                      <a:pt x="0" y="1083624"/>
                    </a:moveTo>
                    <a:lnTo>
                      <a:pt x="0" y="53813"/>
                    </a:lnTo>
                    <a:cubicBezTo>
                      <a:pt x="12381" y="-97372"/>
                      <a:pt x="13666" y="110866"/>
                      <a:pt x="47790" y="179690"/>
                    </a:cubicBezTo>
                    <a:cubicBezTo>
                      <a:pt x="52106" y="248514"/>
                      <a:pt x="111614" y="362772"/>
                      <a:pt x="184871" y="469932"/>
                    </a:cubicBezTo>
                    <a:cubicBezTo>
                      <a:pt x="358362" y="709086"/>
                      <a:pt x="345527" y="682701"/>
                      <a:pt x="497266" y="835351"/>
                    </a:cubicBezTo>
                    <a:cubicBezTo>
                      <a:pt x="617388" y="961555"/>
                      <a:pt x="773702" y="999592"/>
                      <a:pt x="908270" y="1083624"/>
                    </a:cubicBezTo>
                    <a:lnTo>
                      <a:pt x="0" y="1083624"/>
                    </a:lnTo>
                    <a:close/>
                  </a:path>
                </a:pathLst>
              </a:custGeom>
              <a:grpFill/>
              <a:ln>
                <a:solidFill>
                  <a:srgbClr val="3B82F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C4C2F3E-1FC4-A1C7-1771-D958A726CC5A}"/>
                  </a:ext>
                </a:extLst>
              </p:cNvPr>
              <p:cNvSpPr/>
              <p:nvPr/>
            </p:nvSpPr>
            <p:spPr>
              <a:xfrm>
                <a:off x="5512480" y="2724823"/>
                <a:ext cx="1293814" cy="1110021"/>
              </a:xfrm>
              <a:prstGeom prst="rect">
                <a:avLst/>
              </a:prstGeom>
              <a:grpFill/>
              <a:ln>
                <a:solidFill>
                  <a:srgbClr val="3B82F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Right Triangle 14">
              <a:extLst>
                <a:ext uri="{FF2B5EF4-FFF2-40B4-BE49-F238E27FC236}">
                  <a16:creationId xmlns:a16="http://schemas.microsoft.com/office/drawing/2014/main" id="{7AB0017A-01E8-0F8A-2F5D-201D503F2EAA}"/>
                </a:ext>
              </a:extLst>
            </p:cNvPr>
            <p:cNvSpPr/>
            <p:nvPr/>
          </p:nvSpPr>
          <p:spPr>
            <a:xfrm rot="10800000">
              <a:off x="7337586" y="1050314"/>
              <a:ext cx="870716" cy="1083624"/>
            </a:xfrm>
            <a:custGeom>
              <a:avLst/>
              <a:gdLst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908270 w 908270"/>
                <a:gd name="connsiteY2" fmla="*/ 1029811 h 1029811"/>
                <a:gd name="connsiteX3" fmla="*/ 0 w 908270"/>
                <a:gd name="connsiteY3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908270 w 908270"/>
                <a:gd name="connsiteY3" fmla="*/ 1029811 h 1029811"/>
                <a:gd name="connsiteX4" fmla="*/ 0 w 908270"/>
                <a:gd name="connsiteY4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581838 w 908270"/>
                <a:gd name="connsiteY3" fmla="*/ 87697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9998 w 908270"/>
                <a:gd name="connsiteY2" fmla="*/ 663907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519694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581838 w 908270"/>
                <a:gd name="connsiteY3" fmla="*/ 75268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1 w 908270"/>
                <a:gd name="connsiteY2" fmla="*/ 486354 h 1029811"/>
                <a:gd name="connsiteX3" fmla="*/ 581838 w 908270"/>
                <a:gd name="connsiteY3" fmla="*/ 75268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1 w 908270"/>
                <a:gd name="connsiteY2" fmla="*/ 486354 h 1029811"/>
                <a:gd name="connsiteX3" fmla="*/ 581838 w 908270"/>
                <a:gd name="connsiteY3" fmla="*/ 80595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548497 h 1029811"/>
                <a:gd name="connsiteX3" fmla="*/ 581838 w 908270"/>
                <a:gd name="connsiteY3" fmla="*/ 80595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548497 h 1029811"/>
                <a:gd name="connsiteX3" fmla="*/ 617349 w 908270"/>
                <a:gd name="connsiteY3" fmla="*/ 8592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5611 w 908270"/>
                <a:gd name="connsiteY2" fmla="*/ 610641 h 1029811"/>
                <a:gd name="connsiteX3" fmla="*/ 617349 w 908270"/>
                <a:gd name="connsiteY3" fmla="*/ 8592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5611 w 908270"/>
                <a:gd name="connsiteY2" fmla="*/ 610641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459721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519695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510817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223 w 908270"/>
                <a:gd name="connsiteY2" fmla="*/ 459721 h 1029811"/>
                <a:gd name="connsiteX3" fmla="*/ 510817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223 w 908270"/>
                <a:gd name="connsiteY2" fmla="*/ 459721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7 w 908270"/>
                <a:gd name="connsiteY2" fmla="*/ 237779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8978 w 908270"/>
                <a:gd name="connsiteY2" fmla="*/ 282168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8978 w 908270"/>
                <a:gd name="connsiteY2" fmla="*/ 282168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2345 w 908270"/>
                <a:gd name="connsiteY2" fmla="*/ 388700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46329 w 908270"/>
                <a:gd name="connsiteY3" fmla="*/ 805950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28573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466429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15333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617350 w 908270"/>
                <a:gd name="connsiteY3" fmla="*/ 69054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513624 w 908270"/>
                <a:gd name="connsiteY3" fmla="*/ 83663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78331 w 908270"/>
                <a:gd name="connsiteY2" fmla="*/ 431319 h 1029811"/>
                <a:gd name="connsiteX3" fmla="*/ 513624 w 908270"/>
                <a:gd name="connsiteY3" fmla="*/ 83663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78331 w 908270"/>
                <a:gd name="connsiteY2" fmla="*/ 431319 h 1029811"/>
                <a:gd name="connsiteX3" fmla="*/ 536395 w 908270"/>
                <a:gd name="connsiteY3" fmla="*/ 82137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536395 w 908270"/>
                <a:gd name="connsiteY3" fmla="*/ 82137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69389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69389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32347 w 908270"/>
                <a:gd name="connsiteY3" fmla="*/ 75108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32347 w 908270"/>
                <a:gd name="connsiteY3" fmla="*/ 75108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476783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476783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13826 w 908270"/>
                <a:gd name="connsiteY3" fmla="*/ 7688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13826 w 908270"/>
                <a:gd name="connsiteY3" fmla="*/ 7688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07202 w 908270"/>
                <a:gd name="connsiteY3" fmla="*/ 7815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495 w 908270"/>
                <a:gd name="connsiteY2" fmla="*/ 416119 h 1029811"/>
                <a:gd name="connsiteX3" fmla="*/ 507202 w 908270"/>
                <a:gd name="connsiteY3" fmla="*/ 7815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495 w 908270"/>
                <a:gd name="connsiteY2" fmla="*/ 416119 h 1029811"/>
                <a:gd name="connsiteX3" fmla="*/ 513826 w 908270"/>
                <a:gd name="connsiteY3" fmla="*/ 76566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12944 h 1029811"/>
                <a:gd name="connsiteX3" fmla="*/ 513826 w 908270"/>
                <a:gd name="connsiteY3" fmla="*/ 76566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204742 w 908270"/>
                <a:gd name="connsiteY3" fmla="*/ 4667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204742 w 908270"/>
                <a:gd name="connsiteY3" fmla="*/ 4667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74935 w 908270"/>
                <a:gd name="connsiteY3" fmla="*/ 4921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493954 w 908270"/>
                <a:gd name="connsiteY4" fmla="*/ 848051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497266 w 908270"/>
                <a:gd name="connsiteY4" fmla="*/ 835351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270" h="1083624">
                  <a:moveTo>
                    <a:pt x="0" y="1083624"/>
                  </a:moveTo>
                  <a:lnTo>
                    <a:pt x="0" y="53813"/>
                  </a:lnTo>
                  <a:cubicBezTo>
                    <a:pt x="12381" y="-97372"/>
                    <a:pt x="13666" y="110866"/>
                    <a:pt x="47790" y="179690"/>
                  </a:cubicBezTo>
                  <a:cubicBezTo>
                    <a:pt x="52106" y="248514"/>
                    <a:pt x="111614" y="362772"/>
                    <a:pt x="184871" y="469932"/>
                  </a:cubicBezTo>
                  <a:cubicBezTo>
                    <a:pt x="358362" y="709086"/>
                    <a:pt x="345527" y="682701"/>
                    <a:pt x="497266" y="835351"/>
                  </a:cubicBezTo>
                  <a:cubicBezTo>
                    <a:pt x="617388" y="961555"/>
                    <a:pt x="773702" y="999592"/>
                    <a:pt x="908270" y="1083624"/>
                  </a:cubicBezTo>
                  <a:lnTo>
                    <a:pt x="0" y="1083624"/>
                  </a:lnTo>
                  <a:close/>
                </a:path>
              </a:pathLst>
            </a:custGeom>
            <a:grpFill/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0AD3E1-F70D-D411-B834-4E777666B273}"/>
                </a:ext>
              </a:extLst>
            </p:cNvPr>
            <p:cNvGrpSpPr/>
            <p:nvPr/>
          </p:nvGrpSpPr>
          <p:grpSpPr>
            <a:xfrm>
              <a:off x="4328825" y="1067813"/>
              <a:ext cx="2477574" cy="1304805"/>
              <a:chOff x="4153761" y="2895314"/>
              <a:chExt cx="2477574" cy="1304805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8CA8C-FDEE-4838-D66A-11C2CF992C10}"/>
                  </a:ext>
                </a:extLst>
              </p:cNvPr>
              <p:cNvSpPr/>
              <p:nvPr/>
            </p:nvSpPr>
            <p:spPr>
              <a:xfrm>
                <a:off x="4153761" y="2895314"/>
                <a:ext cx="2477574" cy="1117830"/>
              </a:xfrm>
              <a:prstGeom prst="rect">
                <a:avLst/>
              </a:prstGeom>
              <a:grpFill/>
              <a:ln>
                <a:solidFill>
                  <a:srgbClr val="3B82F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ight Triangle 14">
                <a:extLst>
                  <a:ext uri="{FF2B5EF4-FFF2-40B4-BE49-F238E27FC236}">
                    <a16:creationId xmlns:a16="http://schemas.microsoft.com/office/drawing/2014/main" id="{4DE20E2C-C825-1885-0136-A117A1C95A95}"/>
                  </a:ext>
                </a:extLst>
              </p:cNvPr>
              <p:cNvSpPr/>
              <p:nvPr/>
            </p:nvSpPr>
            <p:spPr>
              <a:xfrm rot="10959196">
                <a:off x="6394256" y="4012347"/>
                <a:ext cx="236897" cy="187772"/>
              </a:xfrm>
              <a:custGeom>
                <a:avLst/>
                <a:gdLst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908270 w 908270"/>
                  <a:gd name="connsiteY2" fmla="*/ 1029811 h 1029811"/>
                  <a:gd name="connsiteX3" fmla="*/ 0 w 908270"/>
                  <a:gd name="connsiteY3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908270 w 908270"/>
                  <a:gd name="connsiteY3" fmla="*/ 1029811 h 1029811"/>
                  <a:gd name="connsiteX4" fmla="*/ 0 w 908270"/>
                  <a:gd name="connsiteY4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581838 w 908270"/>
                  <a:gd name="connsiteY3" fmla="*/ 87697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9998 w 908270"/>
                  <a:gd name="connsiteY2" fmla="*/ 663907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19694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45972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9695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7 w 908270"/>
                  <a:gd name="connsiteY2" fmla="*/ 237779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2345 w 908270"/>
                  <a:gd name="connsiteY2" fmla="*/ 388700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46329 w 908270"/>
                  <a:gd name="connsiteY3" fmla="*/ 805950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28573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466429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15333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617350 w 908270"/>
                  <a:gd name="connsiteY3" fmla="*/ 69054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12944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74935 w 908270"/>
                  <a:gd name="connsiteY3" fmla="*/ 4921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3954 w 908270"/>
                  <a:gd name="connsiteY4" fmla="*/ 8480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7266 w 908270"/>
                  <a:gd name="connsiteY4" fmla="*/ 8353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8270" h="1083624">
                    <a:moveTo>
                      <a:pt x="0" y="1083624"/>
                    </a:moveTo>
                    <a:lnTo>
                      <a:pt x="0" y="53813"/>
                    </a:lnTo>
                    <a:cubicBezTo>
                      <a:pt x="12381" y="-97372"/>
                      <a:pt x="13666" y="110866"/>
                      <a:pt x="47790" y="179690"/>
                    </a:cubicBezTo>
                    <a:cubicBezTo>
                      <a:pt x="52106" y="248514"/>
                      <a:pt x="111614" y="362772"/>
                      <a:pt x="184871" y="469932"/>
                    </a:cubicBezTo>
                    <a:cubicBezTo>
                      <a:pt x="358362" y="709086"/>
                      <a:pt x="345527" y="682701"/>
                      <a:pt x="497266" y="835351"/>
                    </a:cubicBezTo>
                    <a:cubicBezTo>
                      <a:pt x="617388" y="961555"/>
                      <a:pt x="773702" y="999592"/>
                      <a:pt x="908270" y="1083624"/>
                    </a:cubicBezTo>
                    <a:lnTo>
                      <a:pt x="0" y="1083624"/>
                    </a:lnTo>
                    <a:close/>
                  </a:path>
                </a:pathLst>
              </a:custGeom>
              <a:grpFill/>
              <a:ln>
                <a:solidFill>
                  <a:srgbClr val="3B82F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9A5E26DF-8BDE-319A-1993-9C5EF26536C4}"/>
                </a:ext>
              </a:extLst>
            </p:cNvPr>
            <p:cNvSpPr/>
            <p:nvPr/>
          </p:nvSpPr>
          <p:spPr>
            <a:xfrm rot="10800000">
              <a:off x="5323894" y="1053545"/>
              <a:ext cx="2762485" cy="2748743"/>
            </a:xfrm>
            <a:prstGeom prst="chord">
              <a:avLst>
                <a:gd name="adj1" fmla="val 5972354"/>
                <a:gd name="adj2" fmla="val 15610804"/>
              </a:avLst>
            </a:prstGeom>
            <a:grpFill/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9" name="Data 18">
              <a:extLst>
                <a:ext uri="{FF2B5EF4-FFF2-40B4-BE49-F238E27FC236}">
                  <a16:creationId xmlns:a16="http://schemas.microsoft.com/office/drawing/2014/main" id="{782D6140-A1A2-7838-FB7C-CCD8FB5F9D88}"/>
                </a:ext>
              </a:extLst>
            </p:cNvPr>
            <p:cNvSpPr/>
            <p:nvPr/>
          </p:nvSpPr>
          <p:spPr>
            <a:xfrm flipH="1">
              <a:off x="5512480" y="3969061"/>
              <a:ext cx="2783208" cy="1548621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122"/>
                <a:gd name="connsiteX1" fmla="*/ 2000 w 10000"/>
                <a:gd name="connsiteY1" fmla="*/ 0 h 10122"/>
                <a:gd name="connsiteX2" fmla="*/ 10000 w 10000"/>
                <a:gd name="connsiteY2" fmla="*/ 0 h 10122"/>
                <a:gd name="connsiteX3" fmla="*/ 5712 w 10000"/>
                <a:gd name="connsiteY3" fmla="*/ 10122 h 10122"/>
                <a:gd name="connsiteX4" fmla="*/ 0 w 10000"/>
                <a:gd name="connsiteY4" fmla="*/ 10000 h 10122"/>
                <a:gd name="connsiteX0" fmla="*/ 0 w 16392"/>
                <a:gd name="connsiteY0" fmla="*/ 8411 h 10122"/>
                <a:gd name="connsiteX1" fmla="*/ 8392 w 16392"/>
                <a:gd name="connsiteY1" fmla="*/ 0 h 10122"/>
                <a:gd name="connsiteX2" fmla="*/ 16392 w 16392"/>
                <a:gd name="connsiteY2" fmla="*/ 0 h 10122"/>
                <a:gd name="connsiteX3" fmla="*/ 12104 w 16392"/>
                <a:gd name="connsiteY3" fmla="*/ 10122 h 10122"/>
                <a:gd name="connsiteX4" fmla="*/ 0 w 16392"/>
                <a:gd name="connsiteY4" fmla="*/ 8411 h 10122"/>
                <a:gd name="connsiteX0" fmla="*/ 0 w 16392"/>
                <a:gd name="connsiteY0" fmla="*/ 8411 h 8411"/>
                <a:gd name="connsiteX1" fmla="*/ 8392 w 16392"/>
                <a:gd name="connsiteY1" fmla="*/ 0 h 8411"/>
                <a:gd name="connsiteX2" fmla="*/ 16392 w 16392"/>
                <a:gd name="connsiteY2" fmla="*/ 0 h 8411"/>
                <a:gd name="connsiteX3" fmla="*/ 9816 w 16392"/>
                <a:gd name="connsiteY3" fmla="*/ 8410 h 8411"/>
                <a:gd name="connsiteX4" fmla="*/ 0 w 16392"/>
                <a:gd name="connsiteY4" fmla="*/ 8411 h 8411"/>
                <a:gd name="connsiteX0" fmla="*/ 0 w 10000"/>
                <a:gd name="connsiteY0" fmla="*/ 10000 h 10000"/>
                <a:gd name="connsiteX1" fmla="*/ 5120 w 10000"/>
                <a:gd name="connsiteY1" fmla="*/ 0 h 10000"/>
                <a:gd name="connsiteX2" fmla="*/ 10000 w 10000"/>
                <a:gd name="connsiteY2" fmla="*/ 0 h 10000"/>
                <a:gd name="connsiteX3" fmla="*/ 5249 w 10000"/>
                <a:gd name="connsiteY3" fmla="*/ 8400 h 10000"/>
                <a:gd name="connsiteX4" fmla="*/ 0 w 10000"/>
                <a:gd name="connsiteY4" fmla="*/ 10000 h 10000"/>
                <a:gd name="connsiteX0" fmla="*/ 0 w 10000"/>
                <a:gd name="connsiteY0" fmla="*/ 10000 h 10217"/>
                <a:gd name="connsiteX1" fmla="*/ 5120 w 10000"/>
                <a:gd name="connsiteY1" fmla="*/ 0 h 10217"/>
                <a:gd name="connsiteX2" fmla="*/ 10000 w 10000"/>
                <a:gd name="connsiteY2" fmla="*/ 0 h 10217"/>
                <a:gd name="connsiteX3" fmla="*/ 4715 w 10000"/>
                <a:gd name="connsiteY3" fmla="*/ 10217 h 10217"/>
                <a:gd name="connsiteX4" fmla="*/ 0 w 10000"/>
                <a:gd name="connsiteY4" fmla="*/ 10000 h 10217"/>
                <a:gd name="connsiteX0" fmla="*/ 0 w 10164"/>
                <a:gd name="connsiteY0" fmla="*/ 10073 h 10217"/>
                <a:gd name="connsiteX1" fmla="*/ 5284 w 10164"/>
                <a:gd name="connsiteY1" fmla="*/ 0 h 10217"/>
                <a:gd name="connsiteX2" fmla="*/ 10164 w 10164"/>
                <a:gd name="connsiteY2" fmla="*/ 0 h 10217"/>
                <a:gd name="connsiteX3" fmla="*/ 4879 w 10164"/>
                <a:gd name="connsiteY3" fmla="*/ 10217 h 10217"/>
                <a:gd name="connsiteX4" fmla="*/ 0 w 10164"/>
                <a:gd name="connsiteY4" fmla="*/ 10073 h 10217"/>
                <a:gd name="connsiteX0" fmla="*/ 0 w 8399"/>
                <a:gd name="connsiteY0" fmla="*/ 10073 h 10217"/>
                <a:gd name="connsiteX1" fmla="*/ 5284 w 8399"/>
                <a:gd name="connsiteY1" fmla="*/ 0 h 10217"/>
                <a:gd name="connsiteX2" fmla="*/ 8399 w 8399"/>
                <a:gd name="connsiteY2" fmla="*/ 218 h 10217"/>
                <a:gd name="connsiteX3" fmla="*/ 4879 w 8399"/>
                <a:gd name="connsiteY3" fmla="*/ 10217 h 10217"/>
                <a:gd name="connsiteX4" fmla="*/ 0 w 8399"/>
                <a:gd name="connsiteY4" fmla="*/ 10073 h 10217"/>
                <a:gd name="connsiteX0" fmla="*/ 0 w 12346"/>
                <a:gd name="connsiteY0" fmla="*/ 9859 h 10000"/>
                <a:gd name="connsiteX1" fmla="*/ 6291 w 12346"/>
                <a:gd name="connsiteY1" fmla="*/ 0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6" h="10000">
                  <a:moveTo>
                    <a:pt x="0" y="9859"/>
                  </a:moveTo>
                  <a:lnTo>
                    <a:pt x="6291" y="0"/>
                  </a:lnTo>
                  <a:lnTo>
                    <a:pt x="12346" y="0"/>
                  </a:lnTo>
                  <a:lnTo>
                    <a:pt x="5809" y="10000"/>
                  </a:lnTo>
                  <a:lnTo>
                    <a:pt x="0" y="9859"/>
                  </a:lnTo>
                  <a:close/>
                </a:path>
              </a:pathLst>
            </a:custGeom>
            <a:grpFill/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ata 18">
              <a:extLst>
                <a:ext uri="{FF2B5EF4-FFF2-40B4-BE49-F238E27FC236}">
                  <a16:creationId xmlns:a16="http://schemas.microsoft.com/office/drawing/2014/main" id="{1237FE83-B565-EB1E-E244-D130B4507029}"/>
                </a:ext>
              </a:extLst>
            </p:cNvPr>
            <p:cNvSpPr/>
            <p:nvPr/>
          </p:nvSpPr>
          <p:spPr>
            <a:xfrm flipH="1">
              <a:off x="7442709" y="4362099"/>
              <a:ext cx="2034883" cy="1155583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122"/>
                <a:gd name="connsiteX1" fmla="*/ 2000 w 10000"/>
                <a:gd name="connsiteY1" fmla="*/ 0 h 10122"/>
                <a:gd name="connsiteX2" fmla="*/ 10000 w 10000"/>
                <a:gd name="connsiteY2" fmla="*/ 0 h 10122"/>
                <a:gd name="connsiteX3" fmla="*/ 5712 w 10000"/>
                <a:gd name="connsiteY3" fmla="*/ 10122 h 10122"/>
                <a:gd name="connsiteX4" fmla="*/ 0 w 10000"/>
                <a:gd name="connsiteY4" fmla="*/ 10000 h 10122"/>
                <a:gd name="connsiteX0" fmla="*/ 0 w 16392"/>
                <a:gd name="connsiteY0" fmla="*/ 8411 h 10122"/>
                <a:gd name="connsiteX1" fmla="*/ 8392 w 16392"/>
                <a:gd name="connsiteY1" fmla="*/ 0 h 10122"/>
                <a:gd name="connsiteX2" fmla="*/ 16392 w 16392"/>
                <a:gd name="connsiteY2" fmla="*/ 0 h 10122"/>
                <a:gd name="connsiteX3" fmla="*/ 12104 w 16392"/>
                <a:gd name="connsiteY3" fmla="*/ 10122 h 10122"/>
                <a:gd name="connsiteX4" fmla="*/ 0 w 16392"/>
                <a:gd name="connsiteY4" fmla="*/ 8411 h 10122"/>
                <a:gd name="connsiteX0" fmla="*/ 0 w 16392"/>
                <a:gd name="connsiteY0" fmla="*/ 8411 h 8411"/>
                <a:gd name="connsiteX1" fmla="*/ 8392 w 16392"/>
                <a:gd name="connsiteY1" fmla="*/ 0 h 8411"/>
                <a:gd name="connsiteX2" fmla="*/ 16392 w 16392"/>
                <a:gd name="connsiteY2" fmla="*/ 0 h 8411"/>
                <a:gd name="connsiteX3" fmla="*/ 9816 w 16392"/>
                <a:gd name="connsiteY3" fmla="*/ 8410 h 8411"/>
                <a:gd name="connsiteX4" fmla="*/ 0 w 16392"/>
                <a:gd name="connsiteY4" fmla="*/ 8411 h 8411"/>
                <a:gd name="connsiteX0" fmla="*/ 0 w 10000"/>
                <a:gd name="connsiteY0" fmla="*/ 10000 h 10000"/>
                <a:gd name="connsiteX1" fmla="*/ 5120 w 10000"/>
                <a:gd name="connsiteY1" fmla="*/ 0 h 10000"/>
                <a:gd name="connsiteX2" fmla="*/ 10000 w 10000"/>
                <a:gd name="connsiteY2" fmla="*/ 0 h 10000"/>
                <a:gd name="connsiteX3" fmla="*/ 5249 w 10000"/>
                <a:gd name="connsiteY3" fmla="*/ 8400 h 10000"/>
                <a:gd name="connsiteX4" fmla="*/ 0 w 10000"/>
                <a:gd name="connsiteY4" fmla="*/ 10000 h 10000"/>
                <a:gd name="connsiteX0" fmla="*/ 0 w 10000"/>
                <a:gd name="connsiteY0" fmla="*/ 10000 h 10217"/>
                <a:gd name="connsiteX1" fmla="*/ 5120 w 10000"/>
                <a:gd name="connsiteY1" fmla="*/ 0 h 10217"/>
                <a:gd name="connsiteX2" fmla="*/ 10000 w 10000"/>
                <a:gd name="connsiteY2" fmla="*/ 0 h 10217"/>
                <a:gd name="connsiteX3" fmla="*/ 4715 w 10000"/>
                <a:gd name="connsiteY3" fmla="*/ 10217 h 10217"/>
                <a:gd name="connsiteX4" fmla="*/ 0 w 10000"/>
                <a:gd name="connsiteY4" fmla="*/ 10000 h 10217"/>
                <a:gd name="connsiteX0" fmla="*/ 0 w 10164"/>
                <a:gd name="connsiteY0" fmla="*/ 10073 h 10217"/>
                <a:gd name="connsiteX1" fmla="*/ 5284 w 10164"/>
                <a:gd name="connsiteY1" fmla="*/ 0 h 10217"/>
                <a:gd name="connsiteX2" fmla="*/ 10164 w 10164"/>
                <a:gd name="connsiteY2" fmla="*/ 0 h 10217"/>
                <a:gd name="connsiteX3" fmla="*/ 4879 w 10164"/>
                <a:gd name="connsiteY3" fmla="*/ 10217 h 10217"/>
                <a:gd name="connsiteX4" fmla="*/ 0 w 10164"/>
                <a:gd name="connsiteY4" fmla="*/ 10073 h 10217"/>
                <a:gd name="connsiteX0" fmla="*/ 0 w 8399"/>
                <a:gd name="connsiteY0" fmla="*/ 10073 h 10217"/>
                <a:gd name="connsiteX1" fmla="*/ 5284 w 8399"/>
                <a:gd name="connsiteY1" fmla="*/ 0 h 10217"/>
                <a:gd name="connsiteX2" fmla="*/ 8399 w 8399"/>
                <a:gd name="connsiteY2" fmla="*/ 218 h 10217"/>
                <a:gd name="connsiteX3" fmla="*/ 4879 w 8399"/>
                <a:gd name="connsiteY3" fmla="*/ 10217 h 10217"/>
                <a:gd name="connsiteX4" fmla="*/ 0 w 8399"/>
                <a:gd name="connsiteY4" fmla="*/ 10073 h 10217"/>
                <a:gd name="connsiteX0" fmla="*/ 0 w 12346"/>
                <a:gd name="connsiteY0" fmla="*/ 9859 h 10000"/>
                <a:gd name="connsiteX1" fmla="*/ 6291 w 12346"/>
                <a:gd name="connsiteY1" fmla="*/ 0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  <a:gd name="connsiteX0" fmla="*/ 0 w 12346"/>
                <a:gd name="connsiteY0" fmla="*/ 9859 h 10000"/>
                <a:gd name="connsiteX1" fmla="*/ 112 w 12346"/>
                <a:gd name="connsiteY1" fmla="*/ 105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  <a:gd name="connsiteX0" fmla="*/ 0 w 12346"/>
                <a:gd name="connsiteY0" fmla="*/ 9964 h 10105"/>
                <a:gd name="connsiteX1" fmla="*/ 187 w 12346"/>
                <a:gd name="connsiteY1" fmla="*/ 0 h 10105"/>
                <a:gd name="connsiteX2" fmla="*/ 12346 w 12346"/>
                <a:gd name="connsiteY2" fmla="*/ 105 h 10105"/>
                <a:gd name="connsiteX3" fmla="*/ 5809 w 12346"/>
                <a:gd name="connsiteY3" fmla="*/ 10105 h 10105"/>
                <a:gd name="connsiteX4" fmla="*/ 0 w 12346"/>
                <a:gd name="connsiteY4" fmla="*/ 9964 h 10105"/>
                <a:gd name="connsiteX0" fmla="*/ 0 w 12346"/>
                <a:gd name="connsiteY0" fmla="*/ 10069 h 10210"/>
                <a:gd name="connsiteX1" fmla="*/ 187 w 12346"/>
                <a:gd name="connsiteY1" fmla="*/ 0 h 10210"/>
                <a:gd name="connsiteX2" fmla="*/ 12346 w 12346"/>
                <a:gd name="connsiteY2" fmla="*/ 210 h 10210"/>
                <a:gd name="connsiteX3" fmla="*/ 5809 w 12346"/>
                <a:gd name="connsiteY3" fmla="*/ 10210 h 10210"/>
                <a:gd name="connsiteX4" fmla="*/ 0 w 12346"/>
                <a:gd name="connsiteY4" fmla="*/ 10069 h 10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6" h="10210">
                  <a:moveTo>
                    <a:pt x="0" y="10069"/>
                  </a:moveTo>
                  <a:cubicBezTo>
                    <a:pt x="37" y="6818"/>
                    <a:pt x="150" y="3251"/>
                    <a:pt x="187" y="0"/>
                  </a:cubicBezTo>
                  <a:lnTo>
                    <a:pt x="12346" y="210"/>
                  </a:lnTo>
                  <a:lnTo>
                    <a:pt x="5809" y="10210"/>
                  </a:lnTo>
                  <a:lnTo>
                    <a:pt x="0" y="10069"/>
                  </a:lnTo>
                  <a:close/>
                </a:path>
              </a:pathLst>
            </a:custGeom>
            <a:grpFill/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3BEB47-3E4A-5396-438D-B715BA0F207C}"/>
                </a:ext>
              </a:extLst>
            </p:cNvPr>
            <p:cNvSpPr/>
            <p:nvPr/>
          </p:nvSpPr>
          <p:spPr>
            <a:xfrm>
              <a:off x="4328825" y="2326482"/>
              <a:ext cx="1077676" cy="3191200"/>
            </a:xfrm>
            <a:prstGeom prst="rect">
              <a:avLst/>
            </a:prstGeom>
            <a:grpFill/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DF34A06-A7F2-1A0B-64AC-79CD3EB6975B}"/>
                </a:ext>
              </a:extLst>
            </p:cNvPr>
            <p:cNvSpPr/>
            <p:nvPr/>
          </p:nvSpPr>
          <p:spPr>
            <a:xfrm>
              <a:off x="8354494" y="1067812"/>
              <a:ext cx="1099793" cy="1111651"/>
            </a:xfrm>
            <a:prstGeom prst="rect">
              <a:avLst/>
            </a:prstGeom>
            <a:grpFill/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324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505E-A7AC-999A-0BF3-ED317924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F73964D-11C6-B871-F405-43B8A2C9528F}"/>
              </a:ext>
            </a:extLst>
          </p:cNvPr>
          <p:cNvGrpSpPr/>
          <p:nvPr/>
        </p:nvGrpSpPr>
        <p:grpSpPr>
          <a:xfrm>
            <a:off x="2338771" y="807415"/>
            <a:ext cx="5148767" cy="4467368"/>
            <a:chOff x="4328825" y="1050314"/>
            <a:chExt cx="5148767" cy="4467368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508E591-870C-BC3C-2569-C31675A83BAB}"/>
                </a:ext>
              </a:extLst>
            </p:cNvPr>
            <p:cNvGrpSpPr/>
            <p:nvPr/>
          </p:nvGrpSpPr>
          <p:grpSpPr>
            <a:xfrm>
              <a:off x="5512480" y="2572409"/>
              <a:ext cx="1293815" cy="1262435"/>
              <a:chOff x="5512480" y="2572409"/>
              <a:chExt cx="1293815" cy="1262435"/>
            </a:xfrm>
            <a:grpFill/>
          </p:grpSpPr>
          <p:sp>
            <p:nvSpPr>
              <p:cNvPr id="15" name="Right Triangle 14">
                <a:extLst>
                  <a:ext uri="{FF2B5EF4-FFF2-40B4-BE49-F238E27FC236}">
                    <a16:creationId xmlns:a16="http://schemas.microsoft.com/office/drawing/2014/main" id="{B7EE63B9-F34A-FB1A-D7FF-FD3C31AB99D2}"/>
                  </a:ext>
                </a:extLst>
              </p:cNvPr>
              <p:cNvSpPr/>
              <p:nvPr/>
            </p:nvSpPr>
            <p:spPr>
              <a:xfrm rot="16200000">
                <a:off x="6541224" y="2459593"/>
                <a:ext cx="152256" cy="377887"/>
              </a:xfrm>
              <a:custGeom>
                <a:avLst/>
                <a:gdLst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908270 w 908270"/>
                  <a:gd name="connsiteY2" fmla="*/ 1029811 h 1029811"/>
                  <a:gd name="connsiteX3" fmla="*/ 0 w 908270"/>
                  <a:gd name="connsiteY3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908270 w 908270"/>
                  <a:gd name="connsiteY3" fmla="*/ 1029811 h 1029811"/>
                  <a:gd name="connsiteX4" fmla="*/ 0 w 908270"/>
                  <a:gd name="connsiteY4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581838 w 908270"/>
                  <a:gd name="connsiteY3" fmla="*/ 87697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9998 w 908270"/>
                  <a:gd name="connsiteY2" fmla="*/ 663907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19694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45972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9695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7 w 908270"/>
                  <a:gd name="connsiteY2" fmla="*/ 237779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2345 w 908270"/>
                  <a:gd name="connsiteY2" fmla="*/ 388700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46329 w 908270"/>
                  <a:gd name="connsiteY3" fmla="*/ 805950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28573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466429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15333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617350 w 908270"/>
                  <a:gd name="connsiteY3" fmla="*/ 69054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12944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74935 w 908270"/>
                  <a:gd name="connsiteY3" fmla="*/ 4921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3954 w 908270"/>
                  <a:gd name="connsiteY4" fmla="*/ 8480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7266 w 908270"/>
                  <a:gd name="connsiteY4" fmla="*/ 8353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8270" h="1083624">
                    <a:moveTo>
                      <a:pt x="0" y="1083624"/>
                    </a:moveTo>
                    <a:lnTo>
                      <a:pt x="0" y="53813"/>
                    </a:lnTo>
                    <a:cubicBezTo>
                      <a:pt x="12381" y="-97372"/>
                      <a:pt x="13666" y="110866"/>
                      <a:pt x="47790" y="179690"/>
                    </a:cubicBezTo>
                    <a:cubicBezTo>
                      <a:pt x="52106" y="248514"/>
                      <a:pt x="111614" y="362772"/>
                      <a:pt x="184871" y="469932"/>
                    </a:cubicBezTo>
                    <a:cubicBezTo>
                      <a:pt x="358362" y="709086"/>
                      <a:pt x="345527" y="682701"/>
                      <a:pt x="497266" y="835351"/>
                    </a:cubicBezTo>
                    <a:cubicBezTo>
                      <a:pt x="617388" y="961555"/>
                      <a:pt x="773702" y="999592"/>
                      <a:pt x="908270" y="1083624"/>
                    </a:cubicBezTo>
                    <a:lnTo>
                      <a:pt x="0" y="1083624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134B607-D8C6-AAD1-24B3-AAB8D6E09DC3}"/>
                  </a:ext>
                </a:extLst>
              </p:cNvPr>
              <p:cNvSpPr/>
              <p:nvPr/>
            </p:nvSpPr>
            <p:spPr>
              <a:xfrm>
                <a:off x="5512480" y="2724823"/>
                <a:ext cx="1293814" cy="1110021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Right Triangle 14">
              <a:extLst>
                <a:ext uri="{FF2B5EF4-FFF2-40B4-BE49-F238E27FC236}">
                  <a16:creationId xmlns:a16="http://schemas.microsoft.com/office/drawing/2014/main" id="{AC7C60F1-B0E8-3F00-C0FB-72106F2E120E}"/>
                </a:ext>
              </a:extLst>
            </p:cNvPr>
            <p:cNvSpPr/>
            <p:nvPr/>
          </p:nvSpPr>
          <p:spPr>
            <a:xfrm rot="10800000">
              <a:off x="7337586" y="1050314"/>
              <a:ext cx="870716" cy="1083624"/>
            </a:xfrm>
            <a:custGeom>
              <a:avLst/>
              <a:gdLst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908270 w 908270"/>
                <a:gd name="connsiteY2" fmla="*/ 1029811 h 1029811"/>
                <a:gd name="connsiteX3" fmla="*/ 0 w 908270"/>
                <a:gd name="connsiteY3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908270 w 908270"/>
                <a:gd name="connsiteY3" fmla="*/ 1029811 h 1029811"/>
                <a:gd name="connsiteX4" fmla="*/ 0 w 908270"/>
                <a:gd name="connsiteY4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581838 w 908270"/>
                <a:gd name="connsiteY3" fmla="*/ 87697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9998 w 908270"/>
                <a:gd name="connsiteY2" fmla="*/ 663907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519694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581838 w 908270"/>
                <a:gd name="connsiteY3" fmla="*/ 75268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1 w 908270"/>
                <a:gd name="connsiteY2" fmla="*/ 486354 h 1029811"/>
                <a:gd name="connsiteX3" fmla="*/ 581838 w 908270"/>
                <a:gd name="connsiteY3" fmla="*/ 75268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1 w 908270"/>
                <a:gd name="connsiteY2" fmla="*/ 486354 h 1029811"/>
                <a:gd name="connsiteX3" fmla="*/ 581838 w 908270"/>
                <a:gd name="connsiteY3" fmla="*/ 80595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548497 h 1029811"/>
                <a:gd name="connsiteX3" fmla="*/ 581838 w 908270"/>
                <a:gd name="connsiteY3" fmla="*/ 80595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548497 h 1029811"/>
                <a:gd name="connsiteX3" fmla="*/ 617349 w 908270"/>
                <a:gd name="connsiteY3" fmla="*/ 8592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5611 w 908270"/>
                <a:gd name="connsiteY2" fmla="*/ 610641 h 1029811"/>
                <a:gd name="connsiteX3" fmla="*/ 617349 w 908270"/>
                <a:gd name="connsiteY3" fmla="*/ 8592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5611 w 908270"/>
                <a:gd name="connsiteY2" fmla="*/ 610641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459721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519695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510817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223 w 908270"/>
                <a:gd name="connsiteY2" fmla="*/ 459721 h 1029811"/>
                <a:gd name="connsiteX3" fmla="*/ 510817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223 w 908270"/>
                <a:gd name="connsiteY2" fmla="*/ 459721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7 w 908270"/>
                <a:gd name="connsiteY2" fmla="*/ 237779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8978 w 908270"/>
                <a:gd name="connsiteY2" fmla="*/ 282168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8978 w 908270"/>
                <a:gd name="connsiteY2" fmla="*/ 282168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2345 w 908270"/>
                <a:gd name="connsiteY2" fmla="*/ 388700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46329 w 908270"/>
                <a:gd name="connsiteY3" fmla="*/ 805950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28573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466429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15333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617350 w 908270"/>
                <a:gd name="connsiteY3" fmla="*/ 69054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513624 w 908270"/>
                <a:gd name="connsiteY3" fmla="*/ 83663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78331 w 908270"/>
                <a:gd name="connsiteY2" fmla="*/ 431319 h 1029811"/>
                <a:gd name="connsiteX3" fmla="*/ 513624 w 908270"/>
                <a:gd name="connsiteY3" fmla="*/ 83663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78331 w 908270"/>
                <a:gd name="connsiteY2" fmla="*/ 431319 h 1029811"/>
                <a:gd name="connsiteX3" fmla="*/ 536395 w 908270"/>
                <a:gd name="connsiteY3" fmla="*/ 82137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536395 w 908270"/>
                <a:gd name="connsiteY3" fmla="*/ 82137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69389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69389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32347 w 908270"/>
                <a:gd name="connsiteY3" fmla="*/ 75108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32347 w 908270"/>
                <a:gd name="connsiteY3" fmla="*/ 75108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476783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476783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13826 w 908270"/>
                <a:gd name="connsiteY3" fmla="*/ 7688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13826 w 908270"/>
                <a:gd name="connsiteY3" fmla="*/ 7688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07202 w 908270"/>
                <a:gd name="connsiteY3" fmla="*/ 7815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495 w 908270"/>
                <a:gd name="connsiteY2" fmla="*/ 416119 h 1029811"/>
                <a:gd name="connsiteX3" fmla="*/ 507202 w 908270"/>
                <a:gd name="connsiteY3" fmla="*/ 7815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495 w 908270"/>
                <a:gd name="connsiteY2" fmla="*/ 416119 h 1029811"/>
                <a:gd name="connsiteX3" fmla="*/ 513826 w 908270"/>
                <a:gd name="connsiteY3" fmla="*/ 76566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12944 h 1029811"/>
                <a:gd name="connsiteX3" fmla="*/ 513826 w 908270"/>
                <a:gd name="connsiteY3" fmla="*/ 76566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204742 w 908270"/>
                <a:gd name="connsiteY3" fmla="*/ 4667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204742 w 908270"/>
                <a:gd name="connsiteY3" fmla="*/ 4667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74935 w 908270"/>
                <a:gd name="connsiteY3" fmla="*/ 4921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493954 w 908270"/>
                <a:gd name="connsiteY4" fmla="*/ 848051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497266 w 908270"/>
                <a:gd name="connsiteY4" fmla="*/ 835351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270" h="1083624">
                  <a:moveTo>
                    <a:pt x="0" y="1083624"/>
                  </a:moveTo>
                  <a:lnTo>
                    <a:pt x="0" y="53813"/>
                  </a:lnTo>
                  <a:cubicBezTo>
                    <a:pt x="12381" y="-97372"/>
                    <a:pt x="13666" y="110866"/>
                    <a:pt x="47790" y="179690"/>
                  </a:cubicBezTo>
                  <a:cubicBezTo>
                    <a:pt x="52106" y="248514"/>
                    <a:pt x="111614" y="362772"/>
                    <a:pt x="184871" y="469932"/>
                  </a:cubicBezTo>
                  <a:cubicBezTo>
                    <a:pt x="358362" y="709086"/>
                    <a:pt x="345527" y="682701"/>
                    <a:pt x="497266" y="835351"/>
                  </a:cubicBezTo>
                  <a:cubicBezTo>
                    <a:pt x="617388" y="961555"/>
                    <a:pt x="773702" y="999592"/>
                    <a:pt x="908270" y="1083624"/>
                  </a:cubicBezTo>
                  <a:lnTo>
                    <a:pt x="0" y="1083624"/>
                  </a:lnTo>
                  <a:close/>
                </a:path>
              </a:pathLst>
            </a:custGeom>
            <a:solidFill>
              <a:srgbClr val="3B82F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E72961-C8AE-D594-0A8B-21EB47839EBD}"/>
                </a:ext>
              </a:extLst>
            </p:cNvPr>
            <p:cNvGrpSpPr/>
            <p:nvPr/>
          </p:nvGrpSpPr>
          <p:grpSpPr>
            <a:xfrm>
              <a:off x="4328825" y="1067813"/>
              <a:ext cx="2477574" cy="1304805"/>
              <a:chOff x="4153761" y="2895314"/>
              <a:chExt cx="2477574" cy="1304805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6E048EF-1CF7-9EB1-4CCA-487BA07930BA}"/>
                  </a:ext>
                </a:extLst>
              </p:cNvPr>
              <p:cNvSpPr/>
              <p:nvPr/>
            </p:nvSpPr>
            <p:spPr>
              <a:xfrm>
                <a:off x="4153761" y="2895314"/>
                <a:ext cx="2477574" cy="1117830"/>
              </a:xfrm>
              <a:prstGeom prst="rect">
                <a:avLst/>
              </a:prstGeom>
              <a:solidFill>
                <a:srgbClr val="0F172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ight Triangle 14">
                <a:extLst>
                  <a:ext uri="{FF2B5EF4-FFF2-40B4-BE49-F238E27FC236}">
                    <a16:creationId xmlns:a16="http://schemas.microsoft.com/office/drawing/2014/main" id="{01B9F28F-466B-2696-A575-FC5A9BF71A39}"/>
                  </a:ext>
                </a:extLst>
              </p:cNvPr>
              <p:cNvSpPr/>
              <p:nvPr/>
            </p:nvSpPr>
            <p:spPr>
              <a:xfrm rot="10959196">
                <a:off x="6394256" y="4012347"/>
                <a:ext cx="236897" cy="187772"/>
              </a:xfrm>
              <a:custGeom>
                <a:avLst/>
                <a:gdLst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908270 w 908270"/>
                  <a:gd name="connsiteY2" fmla="*/ 1029811 h 1029811"/>
                  <a:gd name="connsiteX3" fmla="*/ 0 w 908270"/>
                  <a:gd name="connsiteY3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908270 w 908270"/>
                  <a:gd name="connsiteY3" fmla="*/ 1029811 h 1029811"/>
                  <a:gd name="connsiteX4" fmla="*/ 0 w 908270"/>
                  <a:gd name="connsiteY4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581838 w 908270"/>
                  <a:gd name="connsiteY3" fmla="*/ 87697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9998 w 908270"/>
                  <a:gd name="connsiteY2" fmla="*/ 663907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19694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45972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9695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7 w 908270"/>
                  <a:gd name="connsiteY2" fmla="*/ 237779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2345 w 908270"/>
                  <a:gd name="connsiteY2" fmla="*/ 388700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46329 w 908270"/>
                  <a:gd name="connsiteY3" fmla="*/ 805950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28573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466429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15333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617350 w 908270"/>
                  <a:gd name="connsiteY3" fmla="*/ 69054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12944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74935 w 908270"/>
                  <a:gd name="connsiteY3" fmla="*/ 4921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3954 w 908270"/>
                  <a:gd name="connsiteY4" fmla="*/ 8480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7266 w 908270"/>
                  <a:gd name="connsiteY4" fmla="*/ 8353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8270" h="1083624">
                    <a:moveTo>
                      <a:pt x="0" y="1083624"/>
                    </a:moveTo>
                    <a:lnTo>
                      <a:pt x="0" y="53813"/>
                    </a:lnTo>
                    <a:cubicBezTo>
                      <a:pt x="12381" y="-97372"/>
                      <a:pt x="13666" y="110866"/>
                      <a:pt x="47790" y="179690"/>
                    </a:cubicBezTo>
                    <a:cubicBezTo>
                      <a:pt x="52106" y="248514"/>
                      <a:pt x="111614" y="362772"/>
                      <a:pt x="184871" y="469932"/>
                    </a:cubicBezTo>
                    <a:cubicBezTo>
                      <a:pt x="358362" y="709086"/>
                      <a:pt x="345527" y="682701"/>
                      <a:pt x="497266" y="835351"/>
                    </a:cubicBezTo>
                    <a:cubicBezTo>
                      <a:pt x="617388" y="961555"/>
                      <a:pt x="773702" y="999592"/>
                      <a:pt x="908270" y="1083624"/>
                    </a:cubicBezTo>
                    <a:lnTo>
                      <a:pt x="0" y="1083624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7BF3BF87-DC07-7B6C-80E9-2B3745C7C4D0}"/>
                </a:ext>
              </a:extLst>
            </p:cNvPr>
            <p:cNvSpPr/>
            <p:nvPr/>
          </p:nvSpPr>
          <p:spPr>
            <a:xfrm rot="10800000">
              <a:off x="5323894" y="1053545"/>
              <a:ext cx="2762485" cy="2748743"/>
            </a:xfrm>
            <a:prstGeom prst="chord">
              <a:avLst>
                <a:gd name="adj1" fmla="val 5972354"/>
                <a:gd name="adj2" fmla="val 15610804"/>
              </a:avLst>
            </a:prstGeom>
            <a:solidFill>
              <a:srgbClr val="3B82F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Data 18">
              <a:extLst>
                <a:ext uri="{FF2B5EF4-FFF2-40B4-BE49-F238E27FC236}">
                  <a16:creationId xmlns:a16="http://schemas.microsoft.com/office/drawing/2014/main" id="{D87BB167-7368-CDAA-4609-E0CC8FFDB05F}"/>
                </a:ext>
              </a:extLst>
            </p:cNvPr>
            <p:cNvSpPr/>
            <p:nvPr/>
          </p:nvSpPr>
          <p:spPr>
            <a:xfrm flipH="1">
              <a:off x="5512480" y="3969061"/>
              <a:ext cx="2783208" cy="1548621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122"/>
                <a:gd name="connsiteX1" fmla="*/ 2000 w 10000"/>
                <a:gd name="connsiteY1" fmla="*/ 0 h 10122"/>
                <a:gd name="connsiteX2" fmla="*/ 10000 w 10000"/>
                <a:gd name="connsiteY2" fmla="*/ 0 h 10122"/>
                <a:gd name="connsiteX3" fmla="*/ 5712 w 10000"/>
                <a:gd name="connsiteY3" fmla="*/ 10122 h 10122"/>
                <a:gd name="connsiteX4" fmla="*/ 0 w 10000"/>
                <a:gd name="connsiteY4" fmla="*/ 10000 h 10122"/>
                <a:gd name="connsiteX0" fmla="*/ 0 w 16392"/>
                <a:gd name="connsiteY0" fmla="*/ 8411 h 10122"/>
                <a:gd name="connsiteX1" fmla="*/ 8392 w 16392"/>
                <a:gd name="connsiteY1" fmla="*/ 0 h 10122"/>
                <a:gd name="connsiteX2" fmla="*/ 16392 w 16392"/>
                <a:gd name="connsiteY2" fmla="*/ 0 h 10122"/>
                <a:gd name="connsiteX3" fmla="*/ 12104 w 16392"/>
                <a:gd name="connsiteY3" fmla="*/ 10122 h 10122"/>
                <a:gd name="connsiteX4" fmla="*/ 0 w 16392"/>
                <a:gd name="connsiteY4" fmla="*/ 8411 h 10122"/>
                <a:gd name="connsiteX0" fmla="*/ 0 w 16392"/>
                <a:gd name="connsiteY0" fmla="*/ 8411 h 8411"/>
                <a:gd name="connsiteX1" fmla="*/ 8392 w 16392"/>
                <a:gd name="connsiteY1" fmla="*/ 0 h 8411"/>
                <a:gd name="connsiteX2" fmla="*/ 16392 w 16392"/>
                <a:gd name="connsiteY2" fmla="*/ 0 h 8411"/>
                <a:gd name="connsiteX3" fmla="*/ 9816 w 16392"/>
                <a:gd name="connsiteY3" fmla="*/ 8410 h 8411"/>
                <a:gd name="connsiteX4" fmla="*/ 0 w 16392"/>
                <a:gd name="connsiteY4" fmla="*/ 8411 h 8411"/>
                <a:gd name="connsiteX0" fmla="*/ 0 w 10000"/>
                <a:gd name="connsiteY0" fmla="*/ 10000 h 10000"/>
                <a:gd name="connsiteX1" fmla="*/ 5120 w 10000"/>
                <a:gd name="connsiteY1" fmla="*/ 0 h 10000"/>
                <a:gd name="connsiteX2" fmla="*/ 10000 w 10000"/>
                <a:gd name="connsiteY2" fmla="*/ 0 h 10000"/>
                <a:gd name="connsiteX3" fmla="*/ 5249 w 10000"/>
                <a:gd name="connsiteY3" fmla="*/ 8400 h 10000"/>
                <a:gd name="connsiteX4" fmla="*/ 0 w 10000"/>
                <a:gd name="connsiteY4" fmla="*/ 10000 h 10000"/>
                <a:gd name="connsiteX0" fmla="*/ 0 w 10000"/>
                <a:gd name="connsiteY0" fmla="*/ 10000 h 10217"/>
                <a:gd name="connsiteX1" fmla="*/ 5120 w 10000"/>
                <a:gd name="connsiteY1" fmla="*/ 0 h 10217"/>
                <a:gd name="connsiteX2" fmla="*/ 10000 w 10000"/>
                <a:gd name="connsiteY2" fmla="*/ 0 h 10217"/>
                <a:gd name="connsiteX3" fmla="*/ 4715 w 10000"/>
                <a:gd name="connsiteY3" fmla="*/ 10217 h 10217"/>
                <a:gd name="connsiteX4" fmla="*/ 0 w 10000"/>
                <a:gd name="connsiteY4" fmla="*/ 10000 h 10217"/>
                <a:gd name="connsiteX0" fmla="*/ 0 w 10164"/>
                <a:gd name="connsiteY0" fmla="*/ 10073 h 10217"/>
                <a:gd name="connsiteX1" fmla="*/ 5284 w 10164"/>
                <a:gd name="connsiteY1" fmla="*/ 0 h 10217"/>
                <a:gd name="connsiteX2" fmla="*/ 10164 w 10164"/>
                <a:gd name="connsiteY2" fmla="*/ 0 h 10217"/>
                <a:gd name="connsiteX3" fmla="*/ 4879 w 10164"/>
                <a:gd name="connsiteY3" fmla="*/ 10217 h 10217"/>
                <a:gd name="connsiteX4" fmla="*/ 0 w 10164"/>
                <a:gd name="connsiteY4" fmla="*/ 10073 h 10217"/>
                <a:gd name="connsiteX0" fmla="*/ 0 w 8399"/>
                <a:gd name="connsiteY0" fmla="*/ 10073 h 10217"/>
                <a:gd name="connsiteX1" fmla="*/ 5284 w 8399"/>
                <a:gd name="connsiteY1" fmla="*/ 0 h 10217"/>
                <a:gd name="connsiteX2" fmla="*/ 8399 w 8399"/>
                <a:gd name="connsiteY2" fmla="*/ 218 h 10217"/>
                <a:gd name="connsiteX3" fmla="*/ 4879 w 8399"/>
                <a:gd name="connsiteY3" fmla="*/ 10217 h 10217"/>
                <a:gd name="connsiteX4" fmla="*/ 0 w 8399"/>
                <a:gd name="connsiteY4" fmla="*/ 10073 h 10217"/>
                <a:gd name="connsiteX0" fmla="*/ 0 w 12346"/>
                <a:gd name="connsiteY0" fmla="*/ 9859 h 10000"/>
                <a:gd name="connsiteX1" fmla="*/ 6291 w 12346"/>
                <a:gd name="connsiteY1" fmla="*/ 0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6" h="10000">
                  <a:moveTo>
                    <a:pt x="0" y="9859"/>
                  </a:moveTo>
                  <a:lnTo>
                    <a:pt x="6291" y="0"/>
                  </a:lnTo>
                  <a:lnTo>
                    <a:pt x="12346" y="0"/>
                  </a:lnTo>
                  <a:lnTo>
                    <a:pt x="5809" y="10000"/>
                  </a:lnTo>
                  <a:lnTo>
                    <a:pt x="0" y="9859"/>
                  </a:lnTo>
                  <a:close/>
                </a:path>
              </a:pathLst>
            </a:custGeom>
            <a:solidFill>
              <a:srgbClr val="0F17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ata 18">
              <a:extLst>
                <a:ext uri="{FF2B5EF4-FFF2-40B4-BE49-F238E27FC236}">
                  <a16:creationId xmlns:a16="http://schemas.microsoft.com/office/drawing/2014/main" id="{5585F645-7615-70CE-ED45-F06EC16B5096}"/>
                </a:ext>
              </a:extLst>
            </p:cNvPr>
            <p:cNvSpPr/>
            <p:nvPr/>
          </p:nvSpPr>
          <p:spPr>
            <a:xfrm flipH="1">
              <a:off x="7442709" y="4362099"/>
              <a:ext cx="2034883" cy="1155583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122"/>
                <a:gd name="connsiteX1" fmla="*/ 2000 w 10000"/>
                <a:gd name="connsiteY1" fmla="*/ 0 h 10122"/>
                <a:gd name="connsiteX2" fmla="*/ 10000 w 10000"/>
                <a:gd name="connsiteY2" fmla="*/ 0 h 10122"/>
                <a:gd name="connsiteX3" fmla="*/ 5712 w 10000"/>
                <a:gd name="connsiteY3" fmla="*/ 10122 h 10122"/>
                <a:gd name="connsiteX4" fmla="*/ 0 w 10000"/>
                <a:gd name="connsiteY4" fmla="*/ 10000 h 10122"/>
                <a:gd name="connsiteX0" fmla="*/ 0 w 16392"/>
                <a:gd name="connsiteY0" fmla="*/ 8411 h 10122"/>
                <a:gd name="connsiteX1" fmla="*/ 8392 w 16392"/>
                <a:gd name="connsiteY1" fmla="*/ 0 h 10122"/>
                <a:gd name="connsiteX2" fmla="*/ 16392 w 16392"/>
                <a:gd name="connsiteY2" fmla="*/ 0 h 10122"/>
                <a:gd name="connsiteX3" fmla="*/ 12104 w 16392"/>
                <a:gd name="connsiteY3" fmla="*/ 10122 h 10122"/>
                <a:gd name="connsiteX4" fmla="*/ 0 w 16392"/>
                <a:gd name="connsiteY4" fmla="*/ 8411 h 10122"/>
                <a:gd name="connsiteX0" fmla="*/ 0 w 16392"/>
                <a:gd name="connsiteY0" fmla="*/ 8411 h 8411"/>
                <a:gd name="connsiteX1" fmla="*/ 8392 w 16392"/>
                <a:gd name="connsiteY1" fmla="*/ 0 h 8411"/>
                <a:gd name="connsiteX2" fmla="*/ 16392 w 16392"/>
                <a:gd name="connsiteY2" fmla="*/ 0 h 8411"/>
                <a:gd name="connsiteX3" fmla="*/ 9816 w 16392"/>
                <a:gd name="connsiteY3" fmla="*/ 8410 h 8411"/>
                <a:gd name="connsiteX4" fmla="*/ 0 w 16392"/>
                <a:gd name="connsiteY4" fmla="*/ 8411 h 8411"/>
                <a:gd name="connsiteX0" fmla="*/ 0 w 10000"/>
                <a:gd name="connsiteY0" fmla="*/ 10000 h 10000"/>
                <a:gd name="connsiteX1" fmla="*/ 5120 w 10000"/>
                <a:gd name="connsiteY1" fmla="*/ 0 h 10000"/>
                <a:gd name="connsiteX2" fmla="*/ 10000 w 10000"/>
                <a:gd name="connsiteY2" fmla="*/ 0 h 10000"/>
                <a:gd name="connsiteX3" fmla="*/ 5249 w 10000"/>
                <a:gd name="connsiteY3" fmla="*/ 8400 h 10000"/>
                <a:gd name="connsiteX4" fmla="*/ 0 w 10000"/>
                <a:gd name="connsiteY4" fmla="*/ 10000 h 10000"/>
                <a:gd name="connsiteX0" fmla="*/ 0 w 10000"/>
                <a:gd name="connsiteY0" fmla="*/ 10000 h 10217"/>
                <a:gd name="connsiteX1" fmla="*/ 5120 w 10000"/>
                <a:gd name="connsiteY1" fmla="*/ 0 h 10217"/>
                <a:gd name="connsiteX2" fmla="*/ 10000 w 10000"/>
                <a:gd name="connsiteY2" fmla="*/ 0 h 10217"/>
                <a:gd name="connsiteX3" fmla="*/ 4715 w 10000"/>
                <a:gd name="connsiteY3" fmla="*/ 10217 h 10217"/>
                <a:gd name="connsiteX4" fmla="*/ 0 w 10000"/>
                <a:gd name="connsiteY4" fmla="*/ 10000 h 10217"/>
                <a:gd name="connsiteX0" fmla="*/ 0 w 10164"/>
                <a:gd name="connsiteY0" fmla="*/ 10073 h 10217"/>
                <a:gd name="connsiteX1" fmla="*/ 5284 w 10164"/>
                <a:gd name="connsiteY1" fmla="*/ 0 h 10217"/>
                <a:gd name="connsiteX2" fmla="*/ 10164 w 10164"/>
                <a:gd name="connsiteY2" fmla="*/ 0 h 10217"/>
                <a:gd name="connsiteX3" fmla="*/ 4879 w 10164"/>
                <a:gd name="connsiteY3" fmla="*/ 10217 h 10217"/>
                <a:gd name="connsiteX4" fmla="*/ 0 w 10164"/>
                <a:gd name="connsiteY4" fmla="*/ 10073 h 10217"/>
                <a:gd name="connsiteX0" fmla="*/ 0 w 8399"/>
                <a:gd name="connsiteY0" fmla="*/ 10073 h 10217"/>
                <a:gd name="connsiteX1" fmla="*/ 5284 w 8399"/>
                <a:gd name="connsiteY1" fmla="*/ 0 h 10217"/>
                <a:gd name="connsiteX2" fmla="*/ 8399 w 8399"/>
                <a:gd name="connsiteY2" fmla="*/ 218 h 10217"/>
                <a:gd name="connsiteX3" fmla="*/ 4879 w 8399"/>
                <a:gd name="connsiteY3" fmla="*/ 10217 h 10217"/>
                <a:gd name="connsiteX4" fmla="*/ 0 w 8399"/>
                <a:gd name="connsiteY4" fmla="*/ 10073 h 10217"/>
                <a:gd name="connsiteX0" fmla="*/ 0 w 12346"/>
                <a:gd name="connsiteY0" fmla="*/ 9859 h 10000"/>
                <a:gd name="connsiteX1" fmla="*/ 6291 w 12346"/>
                <a:gd name="connsiteY1" fmla="*/ 0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  <a:gd name="connsiteX0" fmla="*/ 0 w 12346"/>
                <a:gd name="connsiteY0" fmla="*/ 9859 h 10000"/>
                <a:gd name="connsiteX1" fmla="*/ 112 w 12346"/>
                <a:gd name="connsiteY1" fmla="*/ 105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  <a:gd name="connsiteX0" fmla="*/ 0 w 12346"/>
                <a:gd name="connsiteY0" fmla="*/ 9964 h 10105"/>
                <a:gd name="connsiteX1" fmla="*/ 187 w 12346"/>
                <a:gd name="connsiteY1" fmla="*/ 0 h 10105"/>
                <a:gd name="connsiteX2" fmla="*/ 12346 w 12346"/>
                <a:gd name="connsiteY2" fmla="*/ 105 h 10105"/>
                <a:gd name="connsiteX3" fmla="*/ 5809 w 12346"/>
                <a:gd name="connsiteY3" fmla="*/ 10105 h 10105"/>
                <a:gd name="connsiteX4" fmla="*/ 0 w 12346"/>
                <a:gd name="connsiteY4" fmla="*/ 9964 h 10105"/>
                <a:gd name="connsiteX0" fmla="*/ 0 w 12346"/>
                <a:gd name="connsiteY0" fmla="*/ 10069 h 10210"/>
                <a:gd name="connsiteX1" fmla="*/ 187 w 12346"/>
                <a:gd name="connsiteY1" fmla="*/ 0 h 10210"/>
                <a:gd name="connsiteX2" fmla="*/ 12346 w 12346"/>
                <a:gd name="connsiteY2" fmla="*/ 210 h 10210"/>
                <a:gd name="connsiteX3" fmla="*/ 5809 w 12346"/>
                <a:gd name="connsiteY3" fmla="*/ 10210 h 10210"/>
                <a:gd name="connsiteX4" fmla="*/ 0 w 12346"/>
                <a:gd name="connsiteY4" fmla="*/ 10069 h 10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6" h="10210">
                  <a:moveTo>
                    <a:pt x="0" y="10069"/>
                  </a:moveTo>
                  <a:cubicBezTo>
                    <a:pt x="37" y="6818"/>
                    <a:pt x="150" y="3251"/>
                    <a:pt x="187" y="0"/>
                  </a:cubicBezTo>
                  <a:lnTo>
                    <a:pt x="12346" y="210"/>
                  </a:lnTo>
                  <a:lnTo>
                    <a:pt x="5809" y="10210"/>
                  </a:lnTo>
                  <a:lnTo>
                    <a:pt x="0" y="10069"/>
                  </a:lnTo>
                  <a:close/>
                </a:path>
              </a:pathLst>
            </a:custGeom>
            <a:solidFill>
              <a:srgbClr val="3B82F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CCB82F-8C75-0921-42DB-AA3EAE28F658}"/>
                </a:ext>
              </a:extLst>
            </p:cNvPr>
            <p:cNvSpPr/>
            <p:nvPr/>
          </p:nvSpPr>
          <p:spPr>
            <a:xfrm>
              <a:off x="4328825" y="2326482"/>
              <a:ext cx="1077676" cy="3191200"/>
            </a:xfrm>
            <a:prstGeom prst="rect">
              <a:avLst/>
            </a:prstGeom>
            <a:solidFill>
              <a:srgbClr val="0F17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75CC96-E4E4-C24C-1EF7-AC076BD86232}"/>
                </a:ext>
              </a:extLst>
            </p:cNvPr>
            <p:cNvSpPr/>
            <p:nvPr/>
          </p:nvSpPr>
          <p:spPr>
            <a:xfrm>
              <a:off x="8354494" y="1067812"/>
              <a:ext cx="1099793" cy="1111651"/>
            </a:xfrm>
            <a:prstGeom prst="rect">
              <a:avLst/>
            </a:prstGeom>
            <a:solidFill>
              <a:srgbClr val="3B82F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0318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0E8AA-7421-C00F-C685-7576C3AB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A6F0D6-5063-D9D4-EC2D-387C41D26524}"/>
              </a:ext>
            </a:extLst>
          </p:cNvPr>
          <p:cNvGrpSpPr/>
          <p:nvPr/>
        </p:nvGrpSpPr>
        <p:grpSpPr>
          <a:xfrm>
            <a:off x="2338771" y="807415"/>
            <a:ext cx="5148767" cy="4467368"/>
            <a:chOff x="4328825" y="1050314"/>
            <a:chExt cx="5148767" cy="4467368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701D7B-E4B4-2CC0-63C6-ED096B5ED5CB}"/>
                </a:ext>
              </a:extLst>
            </p:cNvPr>
            <p:cNvGrpSpPr/>
            <p:nvPr/>
          </p:nvGrpSpPr>
          <p:grpSpPr>
            <a:xfrm>
              <a:off x="5512480" y="2572409"/>
              <a:ext cx="1293815" cy="1262435"/>
              <a:chOff x="5512480" y="2572409"/>
              <a:chExt cx="1293815" cy="1262435"/>
            </a:xfrm>
            <a:grpFill/>
          </p:grpSpPr>
          <p:sp>
            <p:nvSpPr>
              <p:cNvPr id="15" name="Right Triangle 14">
                <a:extLst>
                  <a:ext uri="{FF2B5EF4-FFF2-40B4-BE49-F238E27FC236}">
                    <a16:creationId xmlns:a16="http://schemas.microsoft.com/office/drawing/2014/main" id="{D38D71ED-828B-5E7A-6641-3CF8E2FD9AF1}"/>
                  </a:ext>
                </a:extLst>
              </p:cNvPr>
              <p:cNvSpPr/>
              <p:nvPr/>
            </p:nvSpPr>
            <p:spPr>
              <a:xfrm rot="16200000">
                <a:off x="6541224" y="2459593"/>
                <a:ext cx="152256" cy="377887"/>
              </a:xfrm>
              <a:custGeom>
                <a:avLst/>
                <a:gdLst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908270 w 908270"/>
                  <a:gd name="connsiteY2" fmla="*/ 1029811 h 1029811"/>
                  <a:gd name="connsiteX3" fmla="*/ 0 w 908270"/>
                  <a:gd name="connsiteY3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908270 w 908270"/>
                  <a:gd name="connsiteY3" fmla="*/ 1029811 h 1029811"/>
                  <a:gd name="connsiteX4" fmla="*/ 0 w 908270"/>
                  <a:gd name="connsiteY4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581838 w 908270"/>
                  <a:gd name="connsiteY3" fmla="*/ 87697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9998 w 908270"/>
                  <a:gd name="connsiteY2" fmla="*/ 663907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19694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45972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9695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7 w 908270"/>
                  <a:gd name="connsiteY2" fmla="*/ 237779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2345 w 908270"/>
                  <a:gd name="connsiteY2" fmla="*/ 388700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46329 w 908270"/>
                  <a:gd name="connsiteY3" fmla="*/ 805950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28573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466429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15333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617350 w 908270"/>
                  <a:gd name="connsiteY3" fmla="*/ 69054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12944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74935 w 908270"/>
                  <a:gd name="connsiteY3" fmla="*/ 4921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3954 w 908270"/>
                  <a:gd name="connsiteY4" fmla="*/ 8480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7266 w 908270"/>
                  <a:gd name="connsiteY4" fmla="*/ 8353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8270" h="1083624">
                    <a:moveTo>
                      <a:pt x="0" y="1083624"/>
                    </a:moveTo>
                    <a:lnTo>
                      <a:pt x="0" y="53813"/>
                    </a:lnTo>
                    <a:cubicBezTo>
                      <a:pt x="12381" y="-97372"/>
                      <a:pt x="13666" y="110866"/>
                      <a:pt x="47790" y="179690"/>
                    </a:cubicBezTo>
                    <a:cubicBezTo>
                      <a:pt x="52106" y="248514"/>
                      <a:pt x="111614" y="362772"/>
                      <a:pt x="184871" y="469932"/>
                    </a:cubicBezTo>
                    <a:cubicBezTo>
                      <a:pt x="358362" y="709086"/>
                      <a:pt x="345527" y="682701"/>
                      <a:pt x="497266" y="835351"/>
                    </a:cubicBezTo>
                    <a:cubicBezTo>
                      <a:pt x="617388" y="961555"/>
                      <a:pt x="773702" y="999592"/>
                      <a:pt x="908270" y="1083624"/>
                    </a:cubicBezTo>
                    <a:lnTo>
                      <a:pt x="0" y="1083624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solidFill>
                  <a:srgbClr val="F8FAF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2EA3BA9-2D9A-C497-5BEF-96C901F29B9E}"/>
                  </a:ext>
                </a:extLst>
              </p:cNvPr>
              <p:cNvSpPr/>
              <p:nvPr/>
            </p:nvSpPr>
            <p:spPr>
              <a:xfrm>
                <a:off x="5512480" y="2724823"/>
                <a:ext cx="1293814" cy="1110021"/>
              </a:xfrm>
              <a:prstGeom prst="rect">
                <a:avLst/>
              </a:prstGeom>
              <a:solidFill>
                <a:srgbClr val="F8FAFC"/>
              </a:solidFill>
              <a:ln>
                <a:solidFill>
                  <a:srgbClr val="F8FAF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Right Triangle 14">
              <a:extLst>
                <a:ext uri="{FF2B5EF4-FFF2-40B4-BE49-F238E27FC236}">
                  <a16:creationId xmlns:a16="http://schemas.microsoft.com/office/drawing/2014/main" id="{C72DCB2F-54C3-CE41-5A0A-769657E6606C}"/>
                </a:ext>
              </a:extLst>
            </p:cNvPr>
            <p:cNvSpPr/>
            <p:nvPr/>
          </p:nvSpPr>
          <p:spPr>
            <a:xfrm rot="10800000">
              <a:off x="7337586" y="1050314"/>
              <a:ext cx="870716" cy="1083624"/>
            </a:xfrm>
            <a:custGeom>
              <a:avLst/>
              <a:gdLst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908270 w 908270"/>
                <a:gd name="connsiteY2" fmla="*/ 1029811 h 1029811"/>
                <a:gd name="connsiteX3" fmla="*/ 0 w 908270"/>
                <a:gd name="connsiteY3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908270 w 908270"/>
                <a:gd name="connsiteY3" fmla="*/ 1029811 h 1029811"/>
                <a:gd name="connsiteX4" fmla="*/ 0 w 908270"/>
                <a:gd name="connsiteY4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581838 w 908270"/>
                <a:gd name="connsiteY3" fmla="*/ 87697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5 w 908270"/>
                <a:gd name="connsiteY2" fmla="*/ 388699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9998 w 908270"/>
                <a:gd name="connsiteY2" fmla="*/ 663907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466428 w 908270"/>
                <a:gd name="connsiteY3" fmla="*/ 81482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519694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351020 w 908270"/>
                <a:gd name="connsiteY2" fmla="*/ 504109 h 1029811"/>
                <a:gd name="connsiteX3" fmla="*/ 581838 w 908270"/>
                <a:gd name="connsiteY3" fmla="*/ 75268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1 w 908270"/>
                <a:gd name="connsiteY2" fmla="*/ 486354 h 1029811"/>
                <a:gd name="connsiteX3" fmla="*/ 581838 w 908270"/>
                <a:gd name="connsiteY3" fmla="*/ 75268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1 w 908270"/>
                <a:gd name="connsiteY2" fmla="*/ 486354 h 1029811"/>
                <a:gd name="connsiteX3" fmla="*/ 581838 w 908270"/>
                <a:gd name="connsiteY3" fmla="*/ 80595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548497 h 1029811"/>
                <a:gd name="connsiteX3" fmla="*/ 581838 w 908270"/>
                <a:gd name="connsiteY3" fmla="*/ 80595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548497 h 1029811"/>
                <a:gd name="connsiteX3" fmla="*/ 617349 w 908270"/>
                <a:gd name="connsiteY3" fmla="*/ 8592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5611 w 908270"/>
                <a:gd name="connsiteY2" fmla="*/ 610641 h 1029811"/>
                <a:gd name="connsiteX3" fmla="*/ 617349 w 908270"/>
                <a:gd name="connsiteY3" fmla="*/ 8592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5611 w 908270"/>
                <a:gd name="connsiteY2" fmla="*/ 610641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62244 w 908270"/>
                <a:gd name="connsiteY2" fmla="*/ 459721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439796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519695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71122 w 908270"/>
                <a:gd name="connsiteY2" fmla="*/ 415333 h 1029811"/>
                <a:gd name="connsiteX3" fmla="*/ 510817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223 w 908270"/>
                <a:gd name="connsiteY2" fmla="*/ 459721 h 1029811"/>
                <a:gd name="connsiteX3" fmla="*/ 510817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223 w 908270"/>
                <a:gd name="connsiteY2" fmla="*/ 459721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7957 w 908270"/>
                <a:gd name="connsiteY2" fmla="*/ 237779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8978 w 908270"/>
                <a:gd name="connsiteY2" fmla="*/ 282168 h 1029811"/>
                <a:gd name="connsiteX3" fmla="*/ 679493 w 908270"/>
                <a:gd name="connsiteY3" fmla="*/ 77931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8978 w 908270"/>
                <a:gd name="connsiteY2" fmla="*/ 282168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2345 w 908270"/>
                <a:gd name="connsiteY2" fmla="*/ 388700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81839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46329 w 908270"/>
                <a:gd name="connsiteY3" fmla="*/ 805950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28573 w 908270"/>
                <a:gd name="connsiteY3" fmla="*/ 76156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466429 w 908270"/>
                <a:gd name="connsiteY3" fmla="*/ 610642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44489 w 908270"/>
                <a:gd name="connsiteY2" fmla="*/ 441966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15333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537451 w 908270"/>
                <a:gd name="connsiteY3" fmla="*/ 66390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617350 w 908270"/>
                <a:gd name="connsiteY3" fmla="*/ 69054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80000 w 908270"/>
                <a:gd name="connsiteY2" fmla="*/ 468599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564084 w 908270"/>
                <a:gd name="connsiteY3" fmla="*/ 73492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97755 w 908270"/>
                <a:gd name="connsiteY2" fmla="*/ 441966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499261 w 908270"/>
                <a:gd name="connsiteY3" fmla="*/ 770439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32931 w 908270"/>
                <a:gd name="connsiteY2" fmla="*/ 459722 h 1029811"/>
                <a:gd name="connsiteX3" fmla="*/ 513624 w 908270"/>
                <a:gd name="connsiteY3" fmla="*/ 83663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78331 w 908270"/>
                <a:gd name="connsiteY2" fmla="*/ 431319 h 1029811"/>
                <a:gd name="connsiteX3" fmla="*/ 513624 w 908270"/>
                <a:gd name="connsiteY3" fmla="*/ 836631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78331 w 908270"/>
                <a:gd name="connsiteY2" fmla="*/ 431319 h 1029811"/>
                <a:gd name="connsiteX3" fmla="*/ 536395 w 908270"/>
                <a:gd name="connsiteY3" fmla="*/ 82137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536395 w 908270"/>
                <a:gd name="connsiteY3" fmla="*/ 821375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489384 w 908270"/>
                <a:gd name="connsiteY3" fmla="*/ 787887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69273 w 908270"/>
                <a:gd name="connsiteY2" fmla="*/ 372403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84454 w 908270"/>
                <a:gd name="connsiteY2" fmla="*/ 362232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04565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30658 w 908270"/>
                <a:gd name="connsiteY2" fmla="*/ 392014 h 1029811"/>
                <a:gd name="connsiteX3" fmla="*/ 569389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69389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32347 w 908270"/>
                <a:gd name="connsiteY3" fmla="*/ 75108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32347 w 908270"/>
                <a:gd name="connsiteY3" fmla="*/ 75108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476783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476783 w 908270"/>
                <a:gd name="connsiteY3" fmla="*/ 777716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13826 w 908270"/>
                <a:gd name="connsiteY3" fmla="*/ 7688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13826 w 908270"/>
                <a:gd name="connsiteY3" fmla="*/ 7688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09769 h 1029811"/>
                <a:gd name="connsiteX3" fmla="*/ 507202 w 908270"/>
                <a:gd name="connsiteY3" fmla="*/ 7815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495 w 908270"/>
                <a:gd name="connsiteY2" fmla="*/ 416119 h 1029811"/>
                <a:gd name="connsiteX3" fmla="*/ 507202 w 908270"/>
                <a:gd name="connsiteY3" fmla="*/ 781538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191495 w 908270"/>
                <a:gd name="connsiteY2" fmla="*/ 416119 h 1029811"/>
                <a:gd name="connsiteX3" fmla="*/ 513826 w 908270"/>
                <a:gd name="connsiteY3" fmla="*/ 76566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29811 h 1029811"/>
                <a:gd name="connsiteX1" fmla="*/ 0 w 908270"/>
                <a:gd name="connsiteY1" fmla="*/ 0 h 1029811"/>
                <a:gd name="connsiteX2" fmla="*/ 204742 w 908270"/>
                <a:gd name="connsiteY2" fmla="*/ 412944 h 1029811"/>
                <a:gd name="connsiteX3" fmla="*/ 513826 w 908270"/>
                <a:gd name="connsiteY3" fmla="*/ 765663 h 1029811"/>
                <a:gd name="connsiteX4" fmla="*/ 908270 w 908270"/>
                <a:gd name="connsiteY4" fmla="*/ 1029811 h 1029811"/>
                <a:gd name="connsiteX5" fmla="*/ 0 w 908270"/>
                <a:gd name="connsiteY5" fmla="*/ 1029811 h 1029811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204742 w 908270"/>
                <a:gd name="connsiteY3" fmla="*/ 4667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204742 w 908270"/>
                <a:gd name="connsiteY3" fmla="*/ 4667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74935 w 908270"/>
                <a:gd name="connsiteY3" fmla="*/ 492157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513826 w 908270"/>
                <a:gd name="connsiteY4" fmla="*/ 819476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493954 w 908270"/>
                <a:gd name="connsiteY4" fmla="*/ 848051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  <a:gd name="connsiteX0" fmla="*/ 0 w 908270"/>
                <a:gd name="connsiteY0" fmla="*/ 1083624 h 1083624"/>
                <a:gd name="connsiteX1" fmla="*/ 0 w 908270"/>
                <a:gd name="connsiteY1" fmla="*/ 53813 h 1083624"/>
                <a:gd name="connsiteX2" fmla="*/ 47790 w 908270"/>
                <a:gd name="connsiteY2" fmla="*/ 179690 h 1083624"/>
                <a:gd name="connsiteX3" fmla="*/ 184871 w 908270"/>
                <a:gd name="connsiteY3" fmla="*/ 469932 h 1083624"/>
                <a:gd name="connsiteX4" fmla="*/ 497266 w 908270"/>
                <a:gd name="connsiteY4" fmla="*/ 835351 h 1083624"/>
                <a:gd name="connsiteX5" fmla="*/ 908270 w 908270"/>
                <a:gd name="connsiteY5" fmla="*/ 1083624 h 1083624"/>
                <a:gd name="connsiteX6" fmla="*/ 0 w 908270"/>
                <a:gd name="connsiteY6" fmla="*/ 1083624 h 1083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8270" h="1083624">
                  <a:moveTo>
                    <a:pt x="0" y="1083624"/>
                  </a:moveTo>
                  <a:lnTo>
                    <a:pt x="0" y="53813"/>
                  </a:lnTo>
                  <a:cubicBezTo>
                    <a:pt x="12381" y="-97372"/>
                    <a:pt x="13666" y="110866"/>
                    <a:pt x="47790" y="179690"/>
                  </a:cubicBezTo>
                  <a:cubicBezTo>
                    <a:pt x="52106" y="248514"/>
                    <a:pt x="111614" y="362772"/>
                    <a:pt x="184871" y="469932"/>
                  </a:cubicBezTo>
                  <a:cubicBezTo>
                    <a:pt x="358362" y="709086"/>
                    <a:pt x="345527" y="682701"/>
                    <a:pt x="497266" y="835351"/>
                  </a:cubicBezTo>
                  <a:cubicBezTo>
                    <a:pt x="617388" y="961555"/>
                    <a:pt x="773702" y="999592"/>
                    <a:pt x="908270" y="1083624"/>
                  </a:cubicBezTo>
                  <a:lnTo>
                    <a:pt x="0" y="1083624"/>
                  </a:lnTo>
                  <a:close/>
                </a:path>
              </a:pathLst>
            </a:custGeom>
            <a:solidFill>
              <a:srgbClr val="3B82F6"/>
            </a:solidFill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6D7688C-9364-C7AD-9632-928AAE453E7D}"/>
                </a:ext>
              </a:extLst>
            </p:cNvPr>
            <p:cNvGrpSpPr/>
            <p:nvPr/>
          </p:nvGrpSpPr>
          <p:grpSpPr>
            <a:xfrm>
              <a:off x="4328825" y="1067813"/>
              <a:ext cx="2477574" cy="1304805"/>
              <a:chOff x="4153761" y="2895314"/>
              <a:chExt cx="2477574" cy="1304805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FDBB48E-ED23-AC26-A7F7-E634267F73AF}"/>
                  </a:ext>
                </a:extLst>
              </p:cNvPr>
              <p:cNvSpPr/>
              <p:nvPr/>
            </p:nvSpPr>
            <p:spPr>
              <a:xfrm>
                <a:off x="4153761" y="2895314"/>
                <a:ext cx="2477574" cy="1117830"/>
              </a:xfrm>
              <a:prstGeom prst="rect">
                <a:avLst/>
              </a:prstGeom>
              <a:solidFill>
                <a:srgbClr val="F8FAFC"/>
              </a:solidFill>
              <a:ln>
                <a:solidFill>
                  <a:srgbClr val="F8FAF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ight Triangle 14">
                <a:extLst>
                  <a:ext uri="{FF2B5EF4-FFF2-40B4-BE49-F238E27FC236}">
                    <a16:creationId xmlns:a16="http://schemas.microsoft.com/office/drawing/2014/main" id="{51F2F094-24E4-DF29-4078-A7C3C5316E01}"/>
                  </a:ext>
                </a:extLst>
              </p:cNvPr>
              <p:cNvSpPr/>
              <p:nvPr/>
            </p:nvSpPr>
            <p:spPr>
              <a:xfrm rot="10959196">
                <a:off x="6394256" y="4012347"/>
                <a:ext cx="236897" cy="187772"/>
              </a:xfrm>
              <a:custGeom>
                <a:avLst/>
                <a:gdLst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908270 w 908270"/>
                  <a:gd name="connsiteY2" fmla="*/ 1029811 h 1029811"/>
                  <a:gd name="connsiteX3" fmla="*/ 0 w 908270"/>
                  <a:gd name="connsiteY3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908270 w 908270"/>
                  <a:gd name="connsiteY3" fmla="*/ 1029811 h 1029811"/>
                  <a:gd name="connsiteX4" fmla="*/ 0 w 908270"/>
                  <a:gd name="connsiteY4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581838 w 908270"/>
                  <a:gd name="connsiteY3" fmla="*/ 87697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5 w 908270"/>
                  <a:gd name="connsiteY2" fmla="*/ 38869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9998 w 908270"/>
                  <a:gd name="connsiteY2" fmla="*/ 663907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466428 w 908270"/>
                  <a:gd name="connsiteY3" fmla="*/ 81482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19694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351020 w 908270"/>
                  <a:gd name="connsiteY2" fmla="*/ 504109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75268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1 w 908270"/>
                  <a:gd name="connsiteY2" fmla="*/ 486354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581838 w 908270"/>
                  <a:gd name="connsiteY3" fmla="*/ 80595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548497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617349 w 908270"/>
                  <a:gd name="connsiteY3" fmla="*/ 8592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5611 w 908270"/>
                  <a:gd name="connsiteY2" fmla="*/ 61064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62244 w 908270"/>
                  <a:gd name="connsiteY2" fmla="*/ 459721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439796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9695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71122 w 908270"/>
                  <a:gd name="connsiteY2" fmla="*/ 415333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510817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223 w 908270"/>
                  <a:gd name="connsiteY2" fmla="*/ 459721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7957 w 908270"/>
                  <a:gd name="connsiteY2" fmla="*/ 237779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679493 w 908270"/>
                  <a:gd name="connsiteY3" fmla="*/ 77931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8978 w 908270"/>
                  <a:gd name="connsiteY2" fmla="*/ 282168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2345 w 908270"/>
                  <a:gd name="connsiteY2" fmla="*/ 388700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81839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46329 w 908270"/>
                  <a:gd name="connsiteY3" fmla="*/ 805950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28573 w 908270"/>
                  <a:gd name="connsiteY3" fmla="*/ 76156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466429 w 908270"/>
                  <a:gd name="connsiteY3" fmla="*/ 610642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44489 w 908270"/>
                  <a:gd name="connsiteY2" fmla="*/ 441966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15333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37451 w 908270"/>
                  <a:gd name="connsiteY3" fmla="*/ 66390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617350 w 908270"/>
                  <a:gd name="connsiteY3" fmla="*/ 69054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80000 w 908270"/>
                  <a:gd name="connsiteY2" fmla="*/ 468599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564084 w 908270"/>
                  <a:gd name="connsiteY3" fmla="*/ 73492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97755 w 908270"/>
                  <a:gd name="connsiteY2" fmla="*/ 441966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499261 w 908270"/>
                  <a:gd name="connsiteY3" fmla="*/ 770439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32931 w 908270"/>
                  <a:gd name="connsiteY2" fmla="*/ 459722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13624 w 908270"/>
                  <a:gd name="connsiteY3" fmla="*/ 836631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78331 w 908270"/>
                  <a:gd name="connsiteY2" fmla="*/ 431319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36395 w 908270"/>
                  <a:gd name="connsiteY3" fmla="*/ 821375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489384 w 908270"/>
                  <a:gd name="connsiteY3" fmla="*/ 787887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69273 w 908270"/>
                  <a:gd name="connsiteY2" fmla="*/ 372403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84454 w 908270"/>
                  <a:gd name="connsiteY2" fmla="*/ 362232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04565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30658 w 908270"/>
                  <a:gd name="connsiteY2" fmla="*/ 392014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69389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32347 w 908270"/>
                  <a:gd name="connsiteY3" fmla="*/ 75108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476783 w 908270"/>
                  <a:gd name="connsiteY3" fmla="*/ 777716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13826 w 908270"/>
                  <a:gd name="connsiteY3" fmla="*/ 7688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0976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07202 w 908270"/>
                  <a:gd name="connsiteY3" fmla="*/ 781538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191495 w 908270"/>
                  <a:gd name="connsiteY2" fmla="*/ 416119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29811 h 1029811"/>
                  <a:gd name="connsiteX1" fmla="*/ 0 w 908270"/>
                  <a:gd name="connsiteY1" fmla="*/ 0 h 1029811"/>
                  <a:gd name="connsiteX2" fmla="*/ 204742 w 908270"/>
                  <a:gd name="connsiteY2" fmla="*/ 412944 h 1029811"/>
                  <a:gd name="connsiteX3" fmla="*/ 513826 w 908270"/>
                  <a:gd name="connsiteY3" fmla="*/ 765663 h 1029811"/>
                  <a:gd name="connsiteX4" fmla="*/ 908270 w 908270"/>
                  <a:gd name="connsiteY4" fmla="*/ 1029811 h 1029811"/>
                  <a:gd name="connsiteX5" fmla="*/ 0 w 908270"/>
                  <a:gd name="connsiteY5" fmla="*/ 1029811 h 1029811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204742 w 908270"/>
                  <a:gd name="connsiteY3" fmla="*/ 4667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74935 w 908270"/>
                  <a:gd name="connsiteY3" fmla="*/ 492157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513826 w 908270"/>
                  <a:gd name="connsiteY4" fmla="*/ 819476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3954 w 908270"/>
                  <a:gd name="connsiteY4" fmla="*/ 8480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  <a:gd name="connsiteX0" fmla="*/ 0 w 908270"/>
                  <a:gd name="connsiteY0" fmla="*/ 1083624 h 1083624"/>
                  <a:gd name="connsiteX1" fmla="*/ 0 w 908270"/>
                  <a:gd name="connsiteY1" fmla="*/ 53813 h 1083624"/>
                  <a:gd name="connsiteX2" fmla="*/ 47790 w 908270"/>
                  <a:gd name="connsiteY2" fmla="*/ 179690 h 1083624"/>
                  <a:gd name="connsiteX3" fmla="*/ 184871 w 908270"/>
                  <a:gd name="connsiteY3" fmla="*/ 469932 h 1083624"/>
                  <a:gd name="connsiteX4" fmla="*/ 497266 w 908270"/>
                  <a:gd name="connsiteY4" fmla="*/ 835351 h 1083624"/>
                  <a:gd name="connsiteX5" fmla="*/ 908270 w 908270"/>
                  <a:gd name="connsiteY5" fmla="*/ 1083624 h 1083624"/>
                  <a:gd name="connsiteX6" fmla="*/ 0 w 908270"/>
                  <a:gd name="connsiteY6" fmla="*/ 1083624 h 1083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8270" h="1083624">
                    <a:moveTo>
                      <a:pt x="0" y="1083624"/>
                    </a:moveTo>
                    <a:lnTo>
                      <a:pt x="0" y="53813"/>
                    </a:lnTo>
                    <a:cubicBezTo>
                      <a:pt x="12381" y="-97372"/>
                      <a:pt x="13666" y="110866"/>
                      <a:pt x="47790" y="179690"/>
                    </a:cubicBezTo>
                    <a:cubicBezTo>
                      <a:pt x="52106" y="248514"/>
                      <a:pt x="111614" y="362772"/>
                      <a:pt x="184871" y="469932"/>
                    </a:cubicBezTo>
                    <a:cubicBezTo>
                      <a:pt x="358362" y="709086"/>
                      <a:pt x="345527" y="682701"/>
                      <a:pt x="497266" y="835351"/>
                    </a:cubicBezTo>
                    <a:cubicBezTo>
                      <a:pt x="617388" y="961555"/>
                      <a:pt x="773702" y="999592"/>
                      <a:pt x="908270" y="1083624"/>
                    </a:cubicBezTo>
                    <a:lnTo>
                      <a:pt x="0" y="1083624"/>
                    </a:lnTo>
                    <a:close/>
                  </a:path>
                </a:pathLst>
              </a:custGeom>
              <a:solidFill>
                <a:srgbClr val="F8FAFC"/>
              </a:solidFill>
              <a:ln>
                <a:solidFill>
                  <a:srgbClr val="F8FAF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9A4B7FC1-1B5C-F735-E70D-ECAA8D05ECB5}"/>
                </a:ext>
              </a:extLst>
            </p:cNvPr>
            <p:cNvSpPr/>
            <p:nvPr/>
          </p:nvSpPr>
          <p:spPr>
            <a:xfrm rot="10800000">
              <a:off x="5323894" y="1053545"/>
              <a:ext cx="2762485" cy="2748743"/>
            </a:xfrm>
            <a:prstGeom prst="chord">
              <a:avLst>
                <a:gd name="adj1" fmla="val 5972354"/>
                <a:gd name="adj2" fmla="val 15610804"/>
              </a:avLst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Data 18">
              <a:extLst>
                <a:ext uri="{FF2B5EF4-FFF2-40B4-BE49-F238E27FC236}">
                  <a16:creationId xmlns:a16="http://schemas.microsoft.com/office/drawing/2014/main" id="{63F5BBEA-42D9-ECB1-A77B-C6C1F31BCCAC}"/>
                </a:ext>
              </a:extLst>
            </p:cNvPr>
            <p:cNvSpPr/>
            <p:nvPr/>
          </p:nvSpPr>
          <p:spPr>
            <a:xfrm flipH="1">
              <a:off x="5512480" y="3969061"/>
              <a:ext cx="2783208" cy="1548621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122"/>
                <a:gd name="connsiteX1" fmla="*/ 2000 w 10000"/>
                <a:gd name="connsiteY1" fmla="*/ 0 h 10122"/>
                <a:gd name="connsiteX2" fmla="*/ 10000 w 10000"/>
                <a:gd name="connsiteY2" fmla="*/ 0 h 10122"/>
                <a:gd name="connsiteX3" fmla="*/ 5712 w 10000"/>
                <a:gd name="connsiteY3" fmla="*/ 10122 h 10122"/>
                <a:gd name="connsiteX4" fmla="*/ 0 w 10000"/>
                <a:gd name="connsiteY4" fmla="*/ 10000 h 10122"/>
                <a:gd name="connsiteX0" fmla="*/ 0 w 16392"/>
                <a:gd name="connsiteY0" fmla="*/ 8411 h 10122"/>
                <a:gd name="connsiteX1" fmla="*/ 8392 w 16392"/>
                <a:gd name="connsiteY1" fmla="*/ 0 h 10122"/>
                <a:gd name="connsiteX2" fmla="*/ 16392 w 16392"/>
                <a:gd name="connsiteY2" fmla="*/ 0 h 10122"/>
                <a:gd name="connsiteX3" fmla="*/ 12104 w 16392"/>
                <a:gd name="connsiteY3" fmla="*/ 10122 h 10122"/>
                <a:gd name="connsiteX4" fmla="*/ 0 w 16392"/>
                <a:gd name="connsiteY4" fmla="*/ 8411 h 10122"/>
                <a:gd name="connsiteX0" fmla="*/ 0 w 16392"/>
                <a:gd name="connsiteY0" fmla="*/ 8411 h 8411"/>
                <a:gd name="connsiteX1" fmla="*/ 8392 w 16392"/>
                <a:gd name="connsiteY1" fmla="*/ 0 h 8411"/>
                <a:gd name="connsiteX2" fmla="*/ 16392 w 16392"/>
                <a:gd name="connsiteY2" fmla="*/ 0 h 8411"/>
                <a:gd name="connsiteX3" fmla="*/ 9816 w 16392"/>
                <a:gd name="connsiteY3" fmla="*/ 8410 h 8411"/>
                <a:gd name="connsiteX4" fmla="*/ 0 w 16392"/>
                <a:gd name="connsiteY4" fmla="*/ 8411 h 8411"/>
                <a:gd name="connsiteX0" fmla="*/ 0 w 10000"/>
                <a:gd name="connsiteY0" fmla="*/ 10000 h 10000"/>
                <a:gd name="connsiteX1" fmla="*/ 5120 w 10000"/>
                <a:gd name="connsiteY1" fmla="*/ 0 h 10000"/>
                <a:gd name="connsiteX2" fmla="*/ 10000 w 10000"/>
                <a:gd name="connsiteY2" fmla="*/ 0 h 10000"/>
                <a:gd name="connsiteX3" fmla="*/ 5249 w 10000"/>
                <a:gd name="connsiteY3" fmla="*/ 8400 h 10000"/>
                <a:gd name="connsiteX4" fmla="*/ 0 w 10000"/>
                <a:gd name="connsiteY4" fmla="*/ 10000 h 10000"/>
                <a:gd name="connsiteX0" fmla="*/ 0 w 10000"/>
                <a:gd name="connsiteY0" fmla="*/ 10000 h 10217"/>
                <a:gd name="connsiteX1" fmla="*/ 5120 w 10000"/>
                <a:gd name="connsiteY1" fmla="*/ 0 h 10217"/>
                <a:gd name="connsiteX2" fmla="*/ 10000 w 10000"/>
                <a:gd name="connsiteY2" fmla="*/ 0 h 10217"/>
                <a:gd name="connsiteX3" fmla="*/ 4715 w 10000"/>
                <a:gd name="connsiteY3" fmla="*/ 10217 h 10217"/>
                <a:gd name="connsiteX4" fmla="*/ 0 w 10000"/>
                <a:gd name="connsiteY4" fmla="*/ 10000 h 10217"/>
                <a:gd name="connsiteX0" fmla="*/ 0 w 10164"/>
                <a:gd name="connsiteY0" fmla="*/ 10073 h 10217"/>
                <a:gd name="connsiteX1" fmla="*/ 5284 w 10164"/>
                <a:gd name="connsiteY1" fmla="*/ 0 h 10217"/>
                <a:gd name="connsiteX2" fmla="*/ 10164 w 10164"/>
                <a:gd name="connsiteY2" fmla="*/ 0 h 10217"/>
                <a:gd name="connsiteX3" fmla="*/ 4879 w 10164"/>
                <a:gd name="connsiteY3" fmla="*/ 10217 h 10217"/>
                <a:gd name="connsiteX4" fmla="*/ 0 w 10164"/>
                <a:gd name="connsiteY4" fmla="*/ 10073 h 10217"/>
                <a:gd name="connsiteX0" fmla="*/ 0 w 8399"/>
                <a:gd name="connsiteY0" fmla="*/ 10073 h 10217"/>
                <a:gd name="connsiteX1" fmla="*/ 5284 w 8399"/>
                <a:gd name="connsiteY1" fmla="*/ 0 h 10217"/>
                <a:gd name="connsiteX2" fmla="*/ 8399 w 8399"/>
                <a:gd name="connsiteY2" fmla="*/ 218 h 10217"/>
                <a:gd name="connsiteX3" fmla="*/ 4879 w 8399"/>
                <a:gd name="connsiteY3" fmla="*/ 10217 h 10217"/>
                <a:gd name="connsiteX4" fmla="*/ 0 w 8399"/>
                <a:gd name="connsiteY4" fmla="*/ 10073 h 10217"/>
                <a:gd name="connsiteX0" fmla="*/ 0 w 12346"/>
                <a:gd name="connsiteY0" fmla="*/ 9859 h 10000"/>
                <a:gd name="connsiteX1" fmla="*/ 6291 w 12346"/>
                <a:gd name="connsiteY1" fmla="*/ 0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6" h="10000">
                  <a:moveTo>
                    <a:pt x="0" y="9859"/>
                  </a:moveTo>
                  <a:lnTo>
                    <a:pt x="6291" y="0"/>
                  </a:lnTo>
                  <a:lnTo>
                    <a:pt x="12346" y="0"/>
                  </a:lnTo>
                  <a:lnTo>
                    <a:pt x="5809" y="10000"/>
                  </a:lnTo>
                  <a:lnTo>
                    <a:pt x="0" y="9859"/>
                  </a:lnTo>
                  <a:close/>
                </a:path>
              </a:pathLst>
            </a:custGeom>
            <a:solidFill>
              <a:srgbClr val="F8FAFC"/>
            </a:solidFill>
            <a:ln>
              <a:solidFill>
                <a:srgbClr val="F8FA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ata 18">
              <a:extLst>
                <a:ext uri="{FF2B5EF4-FFF2-40B4-BE49-F238E27FC236}">
                  <a16:creationId xmlns:a16="http://schemas.microsoft.com/office/drawing/2014/main" id="{FBB4C41E-4BEF-BAF1-7A08-CEA2A8F434D1}"/>
                </a:ext>
              </a:extLst>
            </p:cNvPr>
            <p:cNvSpPr/>
            <p:nvPr/>
          </p:nvSpPr>
          <p:spPr>
            <a:xfrm flipH="1">
              <a:off x="7442709" y="4362099"/>
              <a:ext cx="2034883" cy="1155583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122"/>
                <a:gd name="connsiteX1" fmla="*/ 2000 w 10000"/>
                <a:gd name="connsiteY1" fmla="*/ 0 h 10122"/>
                <a:gd name="connsiteX2" fmla="*/ 10000 w 10000"/>
                <a:gd name="connsiteY2" fmla="*/ 0 h 10122"/>
                <a:gd name="connsiteX3" fmla="*/ 5712 w 10000"/>
                <a:gd name="connsiteY3" fmla="*/ 10122 h 10122"/>
                <a:gd name="connsiteX4" fmla="*/ 0 w 10000"/>
                <a:gd name="connsiteY4" fmla="*/ 10000 h 10122"/>
                <a:gd name="connsiteX0" fmla="*/ 0 w 16392"/>
                <a:gd name="connsiteY0" fmla="*/ 8411 h 10122"/>
                <a:gd name="connsiteX1" fmla="*/ 8392 w 16392"/>
                <a:gd name="connsiteY1" fmla="*/ 0 h 10122"/>
                <a:gd name="connsiteX2" fmla="*/ 16392 w 16392"/>
                <a:gd name="connsiteY2" fmla="*/ 0 h 10122"/>
                <a:gd name="connsiteX3" fmla="*/ 12104 w 16392"/>
                <a:gd name="connsiteY3" fmla="*/ 10122 h 10122"/>
                <a:gd name="connsiteX4" fmla="*/ 0 w 16392"/>
                <a:gd name="connsiteY4" fmla="*/ 8411 h 10122"/>
                <a:gd name="connsiteX0" fmla="*/ 0 w 16392"/>
                <a:gd name="connsiteY0" fmla="*/ 8411 h 8411"/>
                <a:gd name="connsiteX1" fmla="*/ 8392 w 16392"/>
                <a:gd name="connsiteY1" fmla="*/ 0 h 8411"/>
                <a:gd name="connsiteX2" fmla="*/ 16392 w 16392"/>
                <a:gd name="connsiteY2" fmla="*/ 0 h 8411"/>
                <a:gd name="connsiteX3" fmla="*/ 9816 w 16392"/>
                <a:gd name="connsiteY3" fmla="*/ 8410 h 8411"/>
                <a:gd name="connsiteX4" fmla="*/ 0 w 16392"/>
                <a:gd name="connsiteY4" fmla="*/ 8411 h 8411"/>
                <a:gd name="connsiteX0" fmla="*/ 0 w 10000"/>
                <a:gd name="connsiteY0" fmla="*/ 10000 h 10000"/>
                <a:gd name="connsiteX1" fmla="*/ 5120 w 10000"/>
                <a:gd name="connsiteY1" fmla="*/ 0 h 10000"/>
                <a:gd name="connsiteX2" fmla="*/ 10000 w 10000"/>
                <a:gd name="connsiteY2" fmla="*/ 0 h 10000"/>
                <a:gd name="connsiteX3" fmla="*/ 5249 w 10000"/>
                <a:gd name="connsiteY3" fmla="*/ 8400 h 10000"/>
                <a:gd name="connsiteX4" fmla="*/ 0 w 10000"/>
                <a:gd name="connsiteY4" fmla="*/ 10000 h 10000"/>
                <a:gd name="connsiteX0" fmla="*/ 0 w 10000"/>
                <a:gd name="connsiteY0" fmla="*/ 10000 h 10217"/>
                <a:gd name="connsiteX1" fmla="*/ 5120 w 10000"/>
                <a:gd name="connsiteY1" fmla="*/ 0 h 10217"/>
                <a:gd name="connsiteX2" fmla="*/ 10000 w 10000"/>
                <a:gd name="connsiteY2" fmla="*/ 0 h 10217"/>
                <a:gd name="connsiteX3" fmla="*/ 4715 w 10000"/>
                <a:gd name="connsiteY3" fmla="*/ 10217 h 10217"/>
                <a:gd name="connsiteX4" fmla="*/ 0 w 10000"/>
                <a:gd name="connsiteY4" fmla="*/ 10000 h 10217"/>
                <a:gd name="connsiteX0" fmla="*/ 0 w 10164"/>
                <a:gd name="connsiteY0" fmla="*/ 10073 h 10217"/>
                <a:gd name="connsiteX1" fmla="*/ 5284 w 10164"/>
                <a:gd name="connsiteY1" fmla="*/ 0 h 10217"/>
                <a:gd name="connsiteX2" fmla="*/ 10164 w 10164"/>
                <a:gd name="connsiteY2" fmla="*/ 0 h 10217"/>
                <a:gd name="connsiteX3" fmla="*/ 4879 w 10164"/>
                <a:gd name="connsiteY3" fmla="*/ 10217 h 10217"/>
                <a:gd name="connsiteX4" fmla="*/ 0 w 10164"/>
                <a:gd name="connsiteY4" fmla="*/ 10073 h 10217"/>
                <a:gd name="connsiteX0" fmla="*/ 0 w 8399"/>
                <a:gd name="connsiteY0" fmla="*/ 10073 h 10217"/>
                <a:gd name="connsiteX1" fmla="*/ 5284 w 8399"/>
                <a:gd name="connsiteY1" fmla="*/ 0 h 10217"/>
                <a:gd name="connsiteX2" fmla="*/ 8399 w 8399"/>
                <a:gd name="connsiteY2" fmla="*/ 218 h 10217"/>
                <a:gd name="connsiteX3" fmla="*/ 4879 w 8399"/>
                <a:gd name="connsiteY3" fmla="*/ 10217 h 10217"/>
                <a:gd name="connsiteX4" fmla="*/ 0 w 8399"/>
                <a:gd name="connsiteY4" fmla="*/ 10073 h 10217"/>
                <a:gd name="connsiteX0" fmla="*/ 0 w 12346"/>
                <a:gd name="connsiteY0" fmla="*/ 9859 h 10000"/>
                <a:gd name="connsiteX1" fmla="*/ 6291 w 12346"/>
                <a:gd name="connsiteY1" fmla="*/ 0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  <a:gd name="connsiteX0" fmla="*/ 0 w 12346"/>
                <a:gd name="connsiteY0" fmla="*/ 9859 h 10000"/>
                <a:gd name="connsiteX1" fmla="*/ 112 w 12346"/>
                <a:gd name="connsiteY1" fmla="*/ 105 h 10000"/>
                <a:gd name="connsiteX2" fmla="*/ 12346 w 12346"/>
                <a:gd name="connsiteY2" fmla="*/ 0 h 10000"/>
                <a:gd name="connsiteX3" fmla="*/ 5809 w 12346"/>
                <a:gd name="connsiteY3" fmla="*/ 10000 h 10000"/>
                <a:gd name="connsiteX4" fmla="*/ 0 w 12346"/>
                <a:gd name="connsiteY4" fmla="*/ 9859 h 10000"/>
                <a:gd name="connsiteX0" fmla="*/ 0 w 12346"/>
                <a:gd name="connsiteY0" fmla="*/ 9964 h 10105"/>
                <a:gd name="connsiteX1" fmla="*/ 187 w 12346"/>
                <a:gd name="connsiteY1" fmla="*/ 0 h 10105"/>
                <a:gd name="connsiteX2" fmla="*/ 12346 w 12346"/>
                <a:gd name="connsiteY2" fmla="*/ 105 h 10105"/>
                <a:gd name="connsiteX3" fmla="*/ 5809 w 12346"/>
                <a:gd name="connsiteY3" fmla="*/ 10105 h 10105"/>
                <a:gd name="connsiteX4" fmla="*/ 0 w 12346"/>
                <a:gd name="connsiteY4" fmla="*/ 9964 h 10105"/>
                <a:gd name="connsiteX0" fmla="*/ 0 w 12346"/>
                <a:gd name="connsiteY0" fmla="*/ 10069 h 10210"/>
                <a:gd name="connsiteX1" fmla="*/ 187 w 12346"/>
                <a:gd name="connsiteY1" fmla="*/ 0 h 10210"/>
                <a:gd name="connsiteX2" fmla="*/ 12346 w 12346"/>
                <a:gd name="connsiteY2" fmla="*/ 210 h 10210"/>
                <a:gd name="connsiteX3" fmla="*/ 5809 w 12346"/>
                <a:gd name="connsiteY3" fmla="*/ 10210 h 10210"/>
                <a:gd name="connsiteX4" fmla="*/ 0 w 12346"/>
                <a:gd name="connsiteY4" fmla="*/ 10069 h 10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6" h="10210">
                  <a:moveTo>
                    <a:pt x="0" y="10069"/>
                  </a:moveTo>
                  <a:cubicBezTo>
                    <a:pt x="37" y="6818"/>
                    <a:pt x="150" y="3251"/>
                    <a:pt x="187" y="0"/>
                  </a:cubicBezTo>
                  <a:lnTo>
                    <a:pt x="12346" y="210"/>
                  </a:lnTo>
                  <a:lnTo>
                    <a:pt x="5809" y="10210"/>
                  </a:lnTo>
                  <a:lnTo>
                    <a:pt x="0" y="10069"/>
                  </a:lnTo>
                  <a:close/>
                </a:path>
              </a:pathLst>
            </a:custGeom>
            <a:solidFill>
              <a:srgbClr val="3B82F6"/>
            </a:solidFill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10709C-5DD0-C53B-6391-D201467E3CF2}"/>
                </a:ext>
              </a:extLst>
            </p:cNvPr>
            <p:cNvSpPr/>
            <p:nvPr/>
          </p:nvSpPr>
          <p:spPr>
            <a:xfrm>
              <a:off x="4328825" y="2326482"/>
              <a:ext cx="1077676" cy="3191200"/>
            </a:xfrm>
            <a:prstGeom prst="rect">
              <a:avLst/>
            </a:prstGeom>
            <a:solidFill>
              <a:srgbClr val="F8FAFC"/>
            </a:solidFill>
            <a:ln>
              <a:solidFill>
                <a:srgbClr val="F8FA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82A9C7-EF73-C666-257F-93CAA9CE593E}"/>
                </a:ext>
              </a:extLst>
            </p:cNvPr>
            <p:cNvSpPr/>
            <p:nvPr/>
          </p:nvSpPr>
          <p:spPr>
            <a:xfrm>
              <a:off x="8354494" y="1067812"/>
              <a:ext cx="1099793" cy="1111651"/>
            </a:xfrm>
            <a:prstGeom prst="rect">
              <a:avLst/>
            </a:prstGeom>
            <a:solidFill>
              <a:srgbClr val="3B82F6"/>
            </a:solidFill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656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</Words>
  <Application>Microsoft Macintosh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Faith Nyota</dc:creator>
  <cp:lastModifiedBy>Faith Nyota</cp:lastModifiedBy>
  <cp:revision>1</cp:revision>
  <dcterms:created xsi:type="dcterms:W3CDTF">2025-11-12T13:51:40Z</dcterms:created>
  <dcterms:modified xsi:type="dcterms:W3CDTF">2025-11-12T15:16:51Z</dcterms:modified>
</cp:coreProperties>
</file>